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83"/>
    <p:restoredTop sz="94659"/>
  </p:normalViewPr>
  <p:slideViewPr>
    <p:cSldViewPr snapToGrid="0">
      <p:cViewPr varScale="1">
        <p:scale>
          <a:sx n="160" d="100"/>
          <a:sy n="160" d="100"/>
        </p:scale>
        <p:origin x="184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4977745" y="284422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論文用</a:t>
            </a:r>
            <a:r>
              <a:rPr kumimoji="1" lang="ja-JP" altLang="en-US" sz="3200"/>
              <a:t>作図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78F1D2D-30EC-B2F8-5159-07D876B2E0AD}"/>
              </a:ext>
            </a:extLst>
          </p:cNvPr>
          <p:cNvSpPr/>
          <p:nvPr/>
        </p:nvSpPr>
        <p:spPr>
          <a:xfrm>
            <a:off x="1109876" y="2260218"/>
            <a:ext cx="6618168" cy="3632562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有体物トラッキングシステム・地域検索システム・</a:t>
            </a:r>
            <a:r>
              <a:rPr lang="en-US" altLang="ja-JP" dirty="0"/>
              <a:t> </a:t>
            </a:r>
            <a:r>
              <a:rPr lang="ja-JP" altLang="en-US"/>
              <a:t>キーワード検索システム等を統合する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-&gt; </a:t>
            </a:r>
            <a:r>
              <a:rPr lang="ja-JP" altLang="en-US"/>
              <a:t>階層的データ管理・データガバナンスを進めるための知識基盤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9B8AE2-6631-C4FC-BBB9-8365D81DF416}"/>
              </a:ext>
            </a:extLst>
          </p:cNvPr>
          <p:cNvSpPr/>
          <p:nvPr/>
        </p:nvSpPr>
        <p:spPr>
          <a:xfrm>
            <a:off x="1199863" y="2413245"/>
            <a:ext cx="2949627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36555-59D1-C1B8-56E6-E3E1064D696C}"/>
              </a:ext>
            </a:extLst>
          </p:cNvPr>
          <p:cNvSpPr txBox="1"/>
          <p:nvPr/>
        </p:nvSpPr>
        <p:spPr>
          <a:xfrm>
            <a:off x="3294489" y="6014659"/>
            <a:ext cx="380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42441179-E636-CFF8-F4BE-34DCF2370B9C}"/>
              </a:ext>
            </a:extLst>
          </p:cNvPr>
          <p:cNvSpPr/>
          <p:nvPr/>
        </p:nvSpPr>
        <p:spPr>
          <a:xfrm>
            <a:off x="3212042" y="4664352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1CBD8E16-0387-4B75-3776-0A5CB97E156D}"/>
              </a:ext>
            </a:extLst>
          </p:cNvPr>
          <p:cNvSpPr/>
          <p:nvPr/>
        </p:nvSpPr>
        <p:spPr>
          <a:xfrm>
            <a:off x="3204357" y="3196592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979CD-2076-7DE1-AE1B-4CED9222D5C5}"/>
              </a:ext>
            </a:extLst>
          </p:cNvPr>
          <p:cNvSpPr txBox="1"/>
          <p:nvPr/>
        </p:nvSpPr>
        <p:spPr>
          <a:xfrm>
            <a:off x="3111868" y="488142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882359-D4E7-B73F-727D-E79E206BB973}"/>
              </a:ext>
            </a:extLst>
          </p:cNvPr>
          <p:cNvSpPr txBox="1"/>
          <p:nvPr/>
        </p:nvSpPr>
        <p:spPr>
          <a:xfrm>
            <a:off x="3050396" y="3431911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01F921C0-6FBD-DC79-59AC-139F85048089}"/>
              </a:ext>
            </a:extLst>
          </p:cNvPr>
          <p:cNvSpPr/>
          <p:nvPr/>
        </p:nvSpPr>
        <p:spPr>
          <a:xfrm>
            <a:off x="1535462" y="599929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0F2C60-8A53-D803-E170-21A3667F966B}"/>
              </a:ext>
            </a:extLst>
          </p:cNvPr>
          <p:cNvSpPr txBox="1"/>
          <p:nvPr/>
        </p:nvSpPr>
        <p:spPr>
          <a:xfrm>
            <a:off x="1695431" y="5975395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5385D5C4-0937-47AF-A548-B2AE41288FF5}"/>
              </a:ext>
            </a:extLst>
          </p:cNvPr>
          <p:cNvSpPr/>
          <p:nvPr/>
        </p:nvSpPr>
        <p:spPr>
          <a:xfrm>
            <a:off x="1686882" y="288826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A3C530-73C9-0CFF-FCBF-91A324903FDC}"/>
              </a:ext>
            </a:extLst>
          </p:cNvPr>
          <p:cNvSpPr txBox="1"/>
          <p:nvPr/>
        </p:nvSpPr>
        <p:spPr>
          <a:xfrm>
            <a:off x="1352444" y="3890121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0EA91B7D-4675-1708-072B-0361461A6FDB}"/>
              </a:ext>
            </a:extLst>
          </p:cNvPr>
          <p:cNvSpPr/>
          <p:nvPr/>
        </p:nvSpPr>
        <p:spPr>
          <a:xfrm>
            <a:off x="1692338" y="4372735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580A364-2E32-2C92-88C7-009944BDABA9}"/>
              </a:ext>
            </a:extLst>
          </p:cNvPr>
          <p:cNvSpPr txBox="1"/>
          <p:nvPr/>
        </p:nvSpPr>
        <p:spPr>
          <a:xfrm>
            <a:off x="1590983" y="4595626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C092E7E0-6D2E-5D6B-7F97-F25E9891BCE0}"/>
              </a:ext>
            </a:extLst>
          </p:cNvPr>
          <p:cNvSpPr/>
          <p:nvPr/>
        </p:nvSpPr>
        <p:spPr>
          <a:xfrm>
            <a:off x="3196673" y="3930472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6EBF0A6-B130-F40D-6501-5020FCEFECFA}"/>
              </a:ext>
            </a:extLst>
          </p:cNvPr>
          <p:cNvSpPr txBox="1"/>
          <p:nvPr/>
        </p:nvSpPr>
        <p:spPr>
          <a:xfrm>
            <a:off x="3050396" y="4146999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A2586E-2C5A-B479-F9F5-F1D57ABF09DF}"/>
              </a:ext>
            </a:extLst>
          </p:cNvPr>
          <p:cNvSpPr/>
          <p:nvPr/>
        </p:nvSpPr>
        <p:spPr>
          <a:xfrm>
            <a:off x="1532247" y="628034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089F43C-006E-C5CC-509C-7B0A91AF5DA8}"/>
              </a:ext>
            </a:extLst>
          </p:cNvPr>
          <p:cNvSpPr txBox="1"/>
          <p:nvPr/>
        </p:nvSpPr>
        <p:spPr>
          <a:xfrm>
            <a:off x="2036639" y="6256445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F9F79BE-DE4D-8539-5D94-9C545D02DF43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1902035" y="2996798"/>
            <a:ext cx="1294638" cy="10422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1C1849E-832A-A5F8-C472-E4224C74E482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1902035" y="2996798"/>
            <a:ext cx="1310007" cy="17760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58BFE994-C787-FC72-64D4-42119E9E3B63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1902035" y="2996798"/>
            <a:ext cx="1302322" cy="30833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1640668-6CB0-E60C-AA83-8C484C4F496F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1907491" y="4481272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9F16094C-90E1-AF55-E4FF-977624DF1C01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411826" y="4039009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8D01530B-DFC2-D396-E034-84E1FA5389B1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419510" y="3305129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55678A1-CB8D-FC3E-CE23-B8EF5B2B9A24}"/>
              </a:ext>
            </a:extLst>
          </p:cNvPr>
          <p:cNvSpPr txBox="1"/>
          <p:nvPr/>
        </p:nvSpPr>
        <p:spPr>
          <a:xfrm>
            <a:off x="1933641" y="5488761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  <a:endParaRPr kumimoji="1" lang="ja-JP" altLang="en-US" sz="140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131C00C-1E23-9325-8699-81380F47110C}"/>
              </a:ext>
            </a:extLst>
          </p:cNvPr>
          <p:cNvSpPr/>
          <p:nvPr/>
        </p:nvSpPr>
        <p:spPr>
          <a:xfrm>
            <a:off x="5726590" y="301694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3B1BEE5-82B0-72C7-D4A2-DE9606950E6B}"/>
              </a:ext>
            </a:extLst>
          </p:cNvPr>
          <p:cNvSpPr/>
          <p:nvPr/>
        </p:nvSpPr>
        <p:spPr>
          <a:xfrm>
            <a:off x="5726590" y="358387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60D2EFC-2698-F237-11A8-C37F7F7D313D}"/>
              </a:ext>
            </a:extLst>
          </p:cNvPr>
          <p:cNvSpPr/>
          <p:nvPr/>
        </p:nvSpPr>
        <p:spPr>
          <a:xfrm>
            <a:off x="5726590" y="415080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C56B326-4081-DCF5-3CE6-F162D4BCA524}"/>
              </a:ext>
            </a:extLst>
          </p:cNvPr>
          <p:cNvSpPr/>
          <p:nvPr/>
        </p:nvSpPr>
        <p:spPr>
          <a:xfrm>
            <a:off x="5726590" y="471772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359AC966-398D-80E2-217E-300D78D60E22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078358" y="3828900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FD271F-59AF-98D5-24F2-5F307CF96EF6}"/>
              </a:ext>
            </a:extLst>
          </p:cNvPr>
          <p:cNvSpPr txBox="1"/>
          <p:nvPr/>
        </p:nvSpPr>
        <p:spPr>
          <a:xfrm>
            <a:off x="5688952" y="4909971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217E681-C42D-DBC9-ADDC-D0F3EE262317}"/>
              </a:ext>
            </a:extLst>
          </p:cNvPr>
          <p:cNvSpPr txBox="1"/>
          <p:nvPr/>
        </p:nvSpPr>
        <p:spPr>
          <a:xfrm>
            <a:off x="5643702" y="3213090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3360AED-3856-B6E5-23EB-D754CCE08C0B}"/>
              </a:ext>
            </a:extLst>
          </p:cNvPr>
          <p:cNvSpPr txBox="1"/>
          <p:nvPr/>
        </p:nvSpPr>
        <p:spPr>
          <a:xfrm>
            <a:off x="5453059" y="2648475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080A92-98FB-66B4-B8D7-782A9A8D0704}"/>
              </a:ext>
            </a:extLst>
          </p:cNvPr>
          <p:cNvSpPr txBox="1"/>
          <p:nvPr/>
        </p:nvSpPr>
        <p:spPr>
          <a:xfrm>
            <a:off x="5416790" y="3764455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8803511-F622-6FBD-2AB1-70B5031AC8E9}"/>
              </a:ext>
            </a:extLst>
          </p:cNvPr>
          <p:cNvSpPr/>
          <p:nvPr/>
        </p:nvSpPr>
        <p:spPr>
          <a:xfrm>
            <a:off x="5734274" y="528465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BF7F5ED-358E-B25F-2FE2-79F37F39B4AA}"/>
              </a:ext>
            </a:extLst>
          </p:cNvPr>
          <p:cNvSpPr txBox="1"/>
          <p:nvPr/>
        </p:nvSpPr>
        <p:spPr>
          <a:xfrm>
            <a:off x="5635235" y="5487830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A819665-D816-2F85-EEAA-7066A9317ED1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395687" y="4849636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BE8079C-21EF-7927-54E4-F628D60C5415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078358" y="3828900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C3F799C-E912-4888-58D2-E7CAAD522DDE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078358" y="3692412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467BDAC-C270-5BFE-C1A7-3695DF6D7C8A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078358" y="3125485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7535631-7CF6-AEB1-162A-61681E1F6EE1}"/>
              </a:ext>
            </a:extLst>
          </p:cNvPr>
          <p:cNvSpPr/>
          <p:nvPr/>
        </p:nvSpPr>
        <p:spPr>
          <a:xfrm>
            <a:off x="5734274" y="245002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EB104C3-1341-7D2D-7D44-3823759CBE5A}"/>
              </a:ext>
            </a:extLst>
          </p:cNvPr>
          <p:cNvSpPr txBox="1"/>
          <p:nvPr/>
        </p:nvSpPr>
        <p:spPr>
          <a:xfrm>
            <a:off x="5588294" y="4342473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71D9B17-CCD8-00A5-E5A8-2B02015C58F9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078358" y="2558558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B78A54F-37B8-8BA6-ACD1-7C31DE514269}"/>
              </a:ext>
            </a:extLst>
          </p:cNvPr>
          <p:cNvSpPr txBox="1"/>
          <p:nvPr/>
        </p:nvSpPr>
        <p:spPr>
          <a:xfrm rot="16200000">
            <a:off x="6776359" y="4579839"/>
            <a:ext cx="2265793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F302F04C-236E-66BE-3E2E-EFEA387121D1}"/>
              </a:ext>
            </a:extLst>
          </p:cNvPr>
          <p:cNvSpPr/>
          <p:nvPr/>
        </p:nvSpPr>
        <p:spPr>
          <a:xfrm>
            <a:off x="4532792" y="3720363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B9D2423-1BE8-3DA8-E7EE-2CCCF279F644}"/>
              </a:ext>
            </a:extLst>
          </p:cNvPr>
          <p:cNvSpPr txBox="1"/>
          <p:nvPr/>
        </p:nvSpPr>
        <p:spPr>
          <a:xfrm>
            <a:off x="4319898" y="3945805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B03C694D-2574-2EA8-69DF-C7E3005223EC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1875983" y="3828900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01CA3A1D-618A-6BFE-6C0F-C90C38D5317D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395687" y="3828900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AEEB11BD-F225-CACA-8C7B-62E11FDEB51B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1870527" y="3073545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4DFAAA0-F838-4C41-066F-EB6581B477F6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380318" y="3828900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632DAF-4247-0EA2-AA6E-B1C5A728B6F8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388002" y="3381876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16ED227D-24EE-CCF0-C74C-53483151655B}"/>
              </a:ext>
            </a:extLst>
          </p:cNvPr>
          <p:cNvSpPr txBox="1"/>
          <p:nvPr/>
        </p:nvSpPr>
        <p:spPr>
          <a:xfrm rot="16200000">
            <a:off x="5976560" y="3710439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0EFCE3F2-7F9C-FAEA-E994-572E6AF8897C}"/>
              </a:ext>
            </a:extLst>
          </p:cNvPr>
          <p:cNvSpPr txBox="1"/>
          <p:nvPr/>
        </p:nvSpPr>
        <p:spPr>
          <a:xfrm>
            <a:off x="8341337" y="5227229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7556F70-1125-DC53-29F1-8610016855D5}"/>
              </a:ext>
            </a:extLst>
          </p:cNvPr>
          <p:cNvCxnSpPr>
            <a:cxnSpLocks/>
          </p:cNvCxnSpPr>
          <p:nvPr/>
        </p:nvCxnSpPr>
        <p:spPr>
          <a:xfrm>
            <a:off x="4156222" y="2540135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8419CD0-FF30-A0D7-D356-F82A514B5065}"/>
              </a:ext>
            </a:extLst>
          </p:cNvPr>
          <p:cNvSpPr txBox="1"/>
          <p:nvPr/>
        </p:nvSpPr>
        <p:spPr>
          <a:xfrm>
            <a:off x="8297979" y="2361659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E5AD159-A505-5538-41D9-AC158384A7A6}"/>
              </a:ext>
            </a:extLst>
          </p:cNvPr>
          <p:cNvSpPr txBox="1"/>
          <p:nvPr/>
        </p:nvSpPr>
        <p:spPr>
          <a:xfrm rot="16200000">
            <a:off x="7224823" y="2763557"/>
            <a:ext cx="1366767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127431C-FB27-B875-93E7-4C0F0597ACE0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380318" y="4115756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3E1B398-5067-D0AD-FBEA-8E9A032F9E68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388002" y="3381876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E11FA74B-1D56-9B4B-89DC-A35B31A90134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1875983" y="4558019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0BE19954-C883-8712-7AFF-8308C374083A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156222" y="5380443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26A08931-C4D6-6626-FF7C-FB366B4BC8B4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387203" y="2777158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DD80A651-8745-6F6B-991A-E4B20BD60B9C}"/>
              </a:ext>
            </a:extLst>
          </p:cNvPr>
          <p:cNvSpPr/>
          <p:nvPr/>
        </p:nvSpPr>
        <p:spPr>
          <a:xfrm>
            <a:off x="1681426" y="363049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B2C1AF6-26E7-72E8-4FE8-DA49BFAF74ED}"/>
              </a:ext>
            </a:extLst>
          </p:cNvPr>
          <p:cNvSpPr txBox="1"/>
          <p:nvPr/>
        </p:nvSpPr>
        <p:spPr>
          <a:xfrm>
            <a:off x="1587221" y="3118496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E4C6D30-E24E-F09E-F34E-DAD4B7092D5F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1896579" y="3739035"/>
            <a:ext cx="1315463" cy="103385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0019034-84B4-C413-D999-C34999BE2CD7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1865071" y="3815782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F369DADD-849B-25F0-17DE-3E0C1348D0C7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1896579" y="3305129"/>
            <a:ext cx="1307778" cy="43390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119</Words>
  <Application>Microsoft Macintosh PowerPoint</Application>
  <PresentationFormat>ワイド画面</PresentationFormat>
  <Paragraphs>29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鹿大知識基盤システム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7</cp:revision>
  <dcterms:created xsi:type="dcterms:W3CDTF">2026-03-04T23:37:53Z</dcterms:created>
  <dcterms:modified xsi:type="dcterms:W3CDTF">2026-03-05T05:56:45Z</dcterms:modified>
</cp:coreProperties>
</file>