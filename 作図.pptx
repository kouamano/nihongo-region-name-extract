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1"/>
    <p:restoredTop sz="94659"/>
  </p:normalViewPr>
  <p:slideViewPr>
    <p:cSldViewPr snapToGrid="0">
      <p:cViewPr varScale="1">
        <p:scale>
          <a:sx n="162" d="100"/>
          <a:sy n="162" d="100"/>
        </p:scale>
        <p:origin x="20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109876" y="2260218"/>
            <a:ext cx="6618168" cy="3632562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有体物トラッキングシステム・地域検索システム・</a:t>
            </a:r>
            <a:r>
              <a:rPr lang="en-US" altLang="ja-JP" dirty="0"/>
              <a:t> </a:t>
            </a:r>
            <a:r>
              <a:rPr lang="ja-JP" altLang="en-US"/>
              <a:t>キーワード検索システム等を統合する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-&gt; </a:t>
            </a:r>
            <a:r>
              <a:rPr lang="ja-JP" altLang="en-US"/>
              <a:t>階層的データ管理・データガバナンスを進めるための知識基盤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199863" y="2413245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294489" y="6014659"/>
            <a:ext cx="380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212042" y="466435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204357" y="319659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111868" y="488142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050396" y="3431911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1535462" y="599929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1695431" y="5975395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1686882" y="288826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352444" y="3890121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1692338" y="4372735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1590983" y="4595626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196673" y="393047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050396" y="4146999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1532247" y="628034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036639" y="6256445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1902035" y="2996798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1902035" y="2996798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1902035" y="2996798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1907491" y="4481272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411826" y="4039009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419510" y="3305129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1933641" y="5488761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5726590" y="30169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5726590" y="35838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5726590" y="415080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5726590" y="471772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078358" y="3828900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5688952" y="4909971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5643702" y="321309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453059" y="2648475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416790" y="3764455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5734274" y="528465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5635235" y="548783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395687" y="4849636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078358" y="3828900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078358" y="3692412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078358" y="3125485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5734274" y="24500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5588294" y="4342473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078358" y="2558558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6776359" y="4579839"/>
            <a:ext cx="2265793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4532792" y="3720363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319898" y="3945805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1875983" y="3828900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395687" y="3828900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1870527" y="3073545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380318" y="3828900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388002" y="3381876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5976560" y="3710439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341337" y="5227229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156222" y="2540135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297979" y="2361659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224823" y="2763557"/>
            <a:ext cx="1366767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380318" y="4115756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388002" y="3381876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1875983" y="4558019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156222" y="5380443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387203" y="2777158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1681426" y="36304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1587221" y="3118496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1896579" y="3739035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1865071" y="3815782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1896579" y="3305129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11DDF5D-128A-9AE7-F2C5-0154A4E16728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1870527" y="3073545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6DF60F58-3CBB-D2FC-80EC-62211D925621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1865071" y="3815782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119</Words>
  <Application>Microsoft Macintosh PowerPoint</Application>
  <PresentationFormat>ワイド画面</PresentationFormat>
  <Paragraphs>29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10</cp:revision>
  <dcterms:created xsi:type="dcterms:W3CDTF">2026-03-04T23:37:53Z</dcterms:created>
  <dcterms:modified xsi:type="dcterms:W3CDTF">2026-03-05T06:10:06Z</dcterms:modified>
</cp:coreProperties>
</file>