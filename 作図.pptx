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63"/>
    <p:restoredTop sz="94659"/>
  </p:normalViewPr>
  <p:slideViewPr>
    <p:cSldViewPr snapToGrid="0">
      <p:cViewPr varScale="1">
        <p:scale>
          <a:sx n="164" d="100"/>
          <a:sy n="164" d="100"/>
        </p:scale>
        <p:origin x="16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630144" y="2149863"/>
            <a:ext cx="6618168" cy="3888335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720131" y="2302891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814757" y="6203851"/>
            <a:ext cx="380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732310" y="45539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724625" y="308623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632136" y="477107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570664" y="3321557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2055730" y="6188483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2215699" y="6164587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2207150" y="277790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872712" y="3779767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2212606" y="426238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2111251" y="448527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716941" y="382011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570664" y="4036645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2052515" y="646953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556907" y="6445637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22303" y="2886444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22303" y="2886444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22303" y="2886444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7759" y="4370918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32094" y="3928655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9778" y="3194775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2453909" y="5378407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  <a:p>
            <a:r>
              <a:rPr lang="ja-JP" altLang="en-US" sz="1400"/>
              <a:t>（キュレーション）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6246858" y="290659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6246858" y="34735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6246858" y="40404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6246858" y="46073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8626" y="3718546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6209220" y="4799617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6163970" y="310273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973327" y="2538121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937058" y="3654101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6254542" y="517430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6155503" y="537747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15955" y="4739282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8626" y="3718546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8626" y="3582058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8626" y="3015131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6254542" y="233966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6108562" y="423211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8626" y="2448204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7201454" y="4640850"/>
            <a:ext cx="245613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5053060" y="361000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840166" y="3835451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96251" y="3718546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15955" y="3718546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90795" y="2963191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900586" y="3718546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8270" y="3271522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6496828" y="360008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861605" y="511687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676490" y="2429781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818247" y="2251305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706995" y="2691299"/>
            <a:ext cx="144296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900586" y="4005402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8270" y="3271522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96251" y="4447665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76490" y="5270089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7471" y="2666804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2201694" y="352014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2107489" y="300814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6847" y="3628681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85339" y="3705428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6847" y="3194775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11DDF5D-128A-9AE7-F2C5-0154A4E16728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90795" y="2963191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6DF60F58-3CBB-D2FC-80EC-62211D925621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85339" y="3705428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AACCFBE7-4B36-3BE7-5DAE-F4166815FB25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800108" y="2448204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FA727F56-F785-A162-1B2E-03A8C4BF2C26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92424" y="3015131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DDD56B24-3AAF-7FA8-0FDE-888276BA4D58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92424" y="3582058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7835A8B5-152E-1099-BD32-5F5CACFF56DE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92424" y="4148985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F1979280-DFD4-A453-8AB0-CFF95756450D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92424" y="4715912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127</Words>
  <Application>Microsoft Macintosh PowerPoint</Application>
  <PresentationFormat>ワイド画面</PresentationFormat>
  <Paragraphs>30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18</cp:revision>
  <dcterms:created xsi:type="dcterms:W3CDTF">2026-03-04T23:37:53Z</dcterms:created>
  <dcterms:modified xsi:type="dcterms:W3CDTF">2026-03-11T04:52:02Z</dcterms:modified>
</cp:coreProperties>
</file>