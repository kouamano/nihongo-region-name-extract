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  <p:sldId id="29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07"/>
    <p:restoredTop sz="94638"/>
  </p:normalViewPr>
  <p:slideViewPr>
    <p:cSldViewPr snapToGrid="0">
      <p:cViewPr varScale="1">
        <p:scale>
          <a:sx n="188" d="100"/>
          <a:sy n="188" d="100"/>
        </p:scale>
        <p:origin x="12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6A632-7A03-97D6-06E6-0EF0D62B3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3631936-173F-8F1F-D668-004CD4BB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E34DC1-EA52-6820-093B-3325DC9E8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292B1-1DB2-5D30-B95D-14114DB0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B9934-3D96-5EE5-142C-4EA0B150B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1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A1BD27-5452-BE2F-9511-48DA040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5889CB-59F7-D6BC-9274-59C40BC94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1E0B9-ADE3-E0ED-5B61-CA0048BE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C547F7-2590-90EB-A176-23C831FAB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77F363-5620-E337-DC00-AF52392CA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534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8AFB6-A320-CAF1-87A5-2D971638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74E81-70CC-4423-09AA-174A2CA6D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F049-9A50-CA53-D176-71EA34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DB405D-7621-CDB8-8048-A5A36E53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1DDDE3-36B9-E78A-839D-8B068AC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02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A47A7-B89B-8076-6D9B-8D5AC1C6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A2E04C-91E5-75C9-81A6-E597A649C0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BC579-EA02-00FB-01CE-9BFDE251B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C043F0-AC83-44E5-C367-AD3BCE55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8B8877-1693-FF2A-DD22-6072009E7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618FC4-731D-A3EA-E437-41947980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695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ACE69-5C3A-A8B0-69CA-FDDF79C0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7F15CE-C0AA-A8EC-7450-6476E5F3B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0725B5-8E2B-041E-CB1A-EF3E8B70D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2D8A55-5AD7-8454-060F-F3B928F7C5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70827D-BE9F-C60D-0D4A-56BE06676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84CAC34-A91B-913F-112C-1E98360A9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9ABD3C-1F40-5841-9942-FE91F313B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7FB7E5-8B10-1FEF-9E45-ED225BF71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8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7E24E-F998-488C-A967-E2384FC9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32024B-6100-9240-248B-CA2A43F42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2EA323-B1D3-A60C-169A-B086CB08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A34271-057B-10C7-132C-A4638553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47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35FA7A-93AD-D2B1-05D6-7FAF32A2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E10980-D7A5-C75A-35A1-74922B872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8CCC2E-0372-7984-27A3-E7630330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44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35452-6694-48B0-2F4B-D8613133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B5EA1B-7CB3-15AD-9339-95BED1FB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403982-7C57-B123-55F6-4EBCC487E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E23125-1312-B43D-D08E-A33AEE7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C7F1C1-D5C2-78D7-ADF0-A07C094F4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4415F6-747E-12D7-7100-D414E765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098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B85E6-A594-1B2E-CBFB-9F5783A90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F6E2E7-84FD-0A2C-CA9D-0147AC1AD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9FF62D-1B1E-700E-34E0-7DF45DE18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71ECEB-348F-8EA2-45B3-C8307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D40AEA-1771-3C1F-D38D-2AABEEB8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4CE8C9-A7E6-E91D-5202-34BC2A94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A0D9F-9CE3-D3D7-C4D8-34A00010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CF51F-FE5C-6320-74D8-5117657B4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2519A4-5425-3161-51E4-E803C2735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9A69C-3E26-C307-7312-17E5AB5F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78011B-4581-EE2A-FA4E-6DBD6271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99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C0F4E0-25A5-D9D0-89A5-79A67F1DD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B8CFB4-DC17-7E0C-329E-736FD9303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CCDFC-48EB-123C-AE7C-FD40758CB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272EE4-2DDF-228C-8B9B-994A4AA4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7B0FA-04F6-8EC7-E928-FC997B43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1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346513-02ED-46E1-E87A-2B3C36119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899317-66E8-B955-B11F-CB6B16AE5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442F6-8CF5-9167-1176-7168D75F03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789AD-CAC3-AD41-B5C9-BF5C62A1889D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368A6B-A177-5391-D0E1-6593606D2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F73624-1AFB-ABE8-B3E2-ED7CE2B7F0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56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A9DCA-9619-8B3E-E697-76FFCC1CE46B}"/>
              </a:ext>
            </a:extLst>
          </p:cNvPr>
          <p:cNvSpPr txBox="1"/>
          <p:nvPr/>
        </p:nvSpPr>
        <p:spPr>
          <a:xfrm>
            <a:off x="4977745" y="284422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論文用</a:t>
            </a:r>
            <a:r>
              <a:rPr kumimoji="1" lang="ja-JP" altLang="en-US" sz="3200"/>
              <a:t>作図</a:t>
            </a:r>
          </a:p>
        </p:txBody>
      </p:sp>
    </p:spTree>
    <p:extLst>
      <p:ext uri="{BB962C8B-B14F-4D97-AF65-F5344CB8AC3E}">
        <p14:creationId xmlns:p14="http://schemas.microsoft.com/office/powerpoint/2010/main" val="61599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D6E2-4807-6D49-E579-50570FE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78F1D2D-30EC-B2F8-5159-07D876B2E0AD}"/>
              </a:ext>
            </a:extLst>
          </p:cNvPr>
          <p:cNvSpPr/>
          <p:nvPr/>
        </p:nvSpPr>
        <p:spPr>
          <a:xfrm>
            <a:off x="1630144" y="2149863"/>
            <a:ext cx="6618168" cy="3888335"/>
          </a:xfrm>
          <a:prstGeom prst="rect">
            <a:avLst/>
          </a:prstGeom>
          <a:solidFill>
            <a:schemeClr val="accent2">
              <a:alpha val="334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839614-20CC-C866-2B67-588804CB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42A27C-01CD-E120-DE0D-C0869FC0E90C}"/>
              </a:ext>
            </a:extLst>
          </p:cNvPr>
          <p:cNvSpPr txBox="1"/>
          <p:nvPr/>
        </p:nvSpPr>
        <p:spPr>
          <a:xfrm>
            <a:off x="-1" y="577517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有体物トラッキングシステム・地域課題検索システム・</a:t>
            </a:r>
            <a:r>
              <a:rPr lang="en-US" altLang="ja-JP" dirty="0"/>
              <a:t> </a:t>
            </a:r>
            <a:r>
              <a:rPr lang="ja-JP" altLang="en-US"/>
              <a:t>論文検索システム等を統合する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</a:t>
            </a:r>
            <a:r>
              <a:rPr lang="ja-JP" altLang="en-US"/>
              <a:t>学内で階層的データ管理・データガバナンスを進めるための知識基盤でもある。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9B8AE2-6631-C4FC-BBB9-8365D81DF416}"/>
              </a:ext>
            </a:extLst>
          </p:cNvPr>
          <p:cNvSpPr/>
          <p:nvPr/>
        </p:nvSpPr>
        <p:spPr>
          <a:xfrm>
            <a:off x="1720131" y="2302891"/>
            <a:ext cx="2949627" cy="3071465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536555-59D1-C1B8-56E6-E3E1064D696C}"/>
              </a:ext>
            </a:extLst>
          </p:cNvPr>
          <p:cNvSpPr txBox="1"/>
          <p:nvPr/>
        </p:nvSpPr>
        <p:spPr>
          <a:xfrm>
            <a:off x="3814757" y="6203851"/>
            <a:ext cx="3808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42441179-E636-CFF8-F4BE-34DCF2370B9C}"/>
              </a:ext>
            </a:extLst>
          </p:cNvPr>
          <p:cNvSpPr/>
          <p:nvPr/>
        </p:nvSpPr>
        <p:spPr>
          <a:xfrm>
            <a:off x="3732310" y="455399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1CBD8E16-0387-4B75-3776-0A5CB97E156D}"/>
              </a:ext>
            </a:extLst>
          </p:cNvPr>
          <p:cNvSpPr/>
          <p:nvPr/>
        </p:nvSpPr>
        <p:spPr>
          <a:xfrm>
            <a:off x="3724625" y="308623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979CD-2076-7DE1-AE1B-4CED9222D5C5}"/>
              </a:ext>
            </a:extLst>
          </p:cNvPr>
          <p:cNvSpPr txBox="1"/>
          <p:nvPr/>
        </p:nvSpPr>
        <p:spPr>
          <a:xfrm>
            <a:off x="3632136" y="4771071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882359-D4E7-B73F-727D-E79E206BB973}"/>
              </a:ext>
            </a:extLst>
          </p:cNvPr>
          <p:cNvSpPr txBox="1"/>
          <p:nvPr/>
        </p:nvSpPr>
        <p:spPr>
          <a:xfrm>
            <a:off x="3570664" y="3321557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01F921C0-6FBD-DC79-59AC-139F85048089}"/>
              </a:ext>
            </a:extLst>
          </p:cNvPr>
          <p:cNvSpPr/>
          <p:nvPr/>
        </p:nvSpPr>
        <p:spPr>
          <a:xfrm>
            <a:off x="2055730" y="6188483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0F2C60-8A53-D803-E170-21A3667F966B}"/>
              </a:ext>
            </a:extLst>
          </p:cNvPr>
          <p:cNvSpPr txBox="1"/>
          <p:nvPr/>
        </p:nvSpPr>
        <p:spPr>
          <a:xfrm>
            <a:off x="2215699" y="6164587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5385D5C4-0937-47AF-A548-B2AE41288FF5}"/>
              </a:ext>
            </a:extLst>
          </p:cNvPr>
          <p:cNvSpPr/>
          <p:nvPr/>
        </p:nvSpPr>
        <p:spPr>
          <a:xfrm>
            <a:off x="2207150" y="2777907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8A3C530-73C9-0CFF-FCBF-91A324903FDC}"/>
              </a:ext>
            </a:extLst>
          </p:cNvPr>
          <p:cNvSpPr txBox="1"/>
          <p:nvPr/>
        </p:nvSpPr>
        <p:spPr>
          <a:xfrm>
            <a:off x="1872712" y="3779767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0EA91B7D-4675-1708-072B-0361461A6FDB}"/>
              </a:ext>
            </a:extLst>
          </p:cNvPr>
          <p:cNvSpPr/>
          <p:nvPr/>
        </p:nvSpPr>
        <p:spPr>
          <a:xfrm>
            <a:off x="2212606" y="426238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580A364-2E32-2C92-88C7-009944BDABA9}"/>
              </a:ext>
            </a:extLst>
          </p:cNvPr>
          <p:cNvSpPr txBox="1"/>
          <p:nvPr/>
        </p:nvSpPr>
        <p:spPr>
          <a:xfrm>
            <a:off x="2111251" y="448527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C092E7E0-6D2E-5D6B-7F97-F25E9891BCE0}"/>
              </a:ext>
            </a:extLst>
          </p:cNvPr>
          <p:cNvSpPr/>
          <p:nvPr/>
        </p:nvSpPr>
        <p:spPr>
          <a:xfrm>
            <a:off x="3716941" y="382011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6EBF0A6-B130-F40D-6501-5020FCEFECFA}"/>
              </a:ext>
            </a:extLst>
          </p:cNvPr>
          <p:cNvSpPr txBox="1"/>
          <p:nvPr/>
        </p:nvSpPr>
        <p:spPr>
          <a:xfrm>
            <a:off x="3570664" y="4036645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A2586E-2C5A-B479-F9F5-F1D57ABF09DF}"/>
              </a:ext>
            </a:extLst>
          </p:cNvPr>
          <p:cNvSpPr/>
          <p:nvPr/>
        </p:nvSpPr>
        <p:spPr>
          <a:xfrm>
            <a:off x="2052515" y="646953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089F43C-006E-C5CC-509C-7B0A91AF5DA8}"/>
              </a:ext>
            </a:extLst>
          </p:cNvPr>
          <p:cNvSpPr txBox="1"/>
          <p:nvPr/>
        </p:nvSpPr>
        <p:spPr>
          <a:xfrm>
            <a:off x="2556907" y="6445637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F9F79BE-DE4D-8539-5D94-9C545D02DF43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2422303" y="2886444"/>
            <a:ext cx="1294638" cy="10422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1C1849E-832A-A5F8-C472-E4224C74E482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2422303" y="2886444"/>
            <a:ext cx="1310007" cy="17760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58BFE994-C787-FC72-64D4-42119E9E3B63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2422303" y="2886444"/>
            <a:ext cx="1302322" cy="30833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1640668-6CB0-E60C-AA83-8C484C4F496F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2427759" y="4370918"/>
            <a:ext cx="1304551" cy="291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9F16094C-90E1-AF55-E4FF-977624DF1C01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932094" y="3928655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8D01530B-DFC2-D396-E034-84E1FA5389B1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939778" y="3194775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55678A1-CB8D-FC3E-CE23-B8EF5B2B9A24}"/>
              </a:ext>
            </a:extLst>
          </p:cNvPr>
          <p:cNvSpPr txBox="1"/>
          <p:nvPr/>
        </p:nvSpPr>
        <p:spPr>
          <a:xfrm>
            <a:off x="2453909" y="5378407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</a:p>
          <a:p>
            <a:r>
              <a:rPr lang="ja-JP" altLang="en-US" sz="1400"/>
              <a:t>（キュレーション）</a:t>
            </a:r>
            <a:endParaRPr kumimoji="1" lang="ja-JP" altLang="en-US" sz="140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131C00C-1E23-9325-8699-81380F47110C}"/>
              </a:ext>
            </a:extLst>
          </p:cNvPr>
          <p:cNvSpPr/>
          <p:nvPr/>
        </p:nvSpPr>
        <p:spPr>
          <a:xfrm>
            <a:off x="6246858" y="290659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3B1BEE5-82B0-72C7-D4A2-DE9606950E6B}"/>
              </a:ext>
            </a:extLst>
          </p:cNvPr>
          <p:cNvSpPr/>
          <p:nvPr/>
        </p:nvSpPr>
        <p:spPr>
          <a:xfrm>
            <a:off x="6246858" y="347352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60D2EFC-2698-F237-11A8-C37F7F7D313D}"/>
              </a:ext>
            </a:extLst>
          </p:cNvPr>
          <p:cNvSpPr/>
          <p:nvPr/>
        </p:nvSpPr>
        <p:spPr>
          <a:xfrm>
            <a:off x="6246858" y="404044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C56B326-4081-DCF5-3CE6-F162D4BCA524}"/>
              </a:ext>
            </a:extLst>
          </p:cNvPr>
          <p:cNvSpPr/>
          <p:nvPr/>
        </p:nvSpPr>
        <p:spPr>
          <a:xfrm>
            <a:off x="6246858" y="460737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359AC966-398D-80E2-217E-300D78D60E22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598626" y="3718546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DFD271F-59AF-98D5-24F2-5F307CF96EF6}"/>
              </a:ext>
            </a:extLst>
          </p:cNvPr>
          <p:cNvSpPr txBox="1"/>
          <p:nvPr/>
        </p:nvSpPr>
        <p:spPr>
          <a:xfrm>
            <a:off x="6209220" y="4799617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217E681-C42D-DBC9-ADDC-D0F3EE262317}"/>
              </a:ext>
            </a:extLst>
          </p:cNvPr>
          <p:cNvSpPr txBox="1"/>
          <p:nvPr/>
        </p:nvSpPr>
        <p:spPr>
          <a:xfrm>
            <a:off x="6163970" y="3102736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3360AED-3856-B6E5-23EB-D754CCE08C0B}"/>
              </a:ext>
            </a:extLst>
          </p:cNvPr>
          <p:cNvSpPr txBox="1"/>
          <p:nvPr/>
        </p:nvSpPr>
        <p:spPr>
          <a:xfrm>
            <a:off x="5973327" y="2538121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D080A92-98FB-66B4-B8D7-782A9A8D0704}"/>
              </a:ext>
            </a:extLst>
          </p:cNvPr>
          <p:cNvSpPr txBox="1"/>
          <p:nvPr/>
        </p:nvSpPr>
        <p:spPr>
          <a:xfrm>
            <a:off x="5937058" y="3654101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8803511-F622-6FBD-2AB1-70B5031AC8E9}"/>
              </a:ext>
            </a:extLst>
          </p:cNvPr>
          <p:cNvSpPr/>
          <p:nvPr/>
        </p:nvSpPr>
        <p:spPr>
          <a:xfrm>
            <a:off x="6254542" y="517430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BF7F5ED-358E-B25F-2FE2-79F37F39B4AA}"/>
              </a:ext>
            </a:extLst>
          </p:cNvPr>
          <p:cNvSpPr txBox="1"/>
          <p:nvPr/>
        </p:nvSpPr>
        <p:spPr>
          <a:xfrm>
            <a:off x="6155503" y="5377476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1A819665-D816-2F85-EEAA-7066A9317ED1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915955" y="4739282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BE8079C-21EF-7927-54E4-F628D60C5415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598626" y="3718546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3C3F799C-E912-4888-58D2-E7CAAD522DDE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598626" y="3582058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467BDAC-C270-5BFE-C1A7-3695DF6D7C8A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598626" y="3015131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7535631-7CF6-AEB1-162A-61681E1F6EE1}"/>
              </a:ext>
            </a:extLst>
          </p:cNvPr>
          <p:cNvSpPr/>
          <p:nvPr/>
        </p:nvSpPr>
        <p:spPr>
          <a:xfrm>
            <a:off x="6254542" y="233966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EB104C3-1341-7D2D-7D44-3823759CBE5A}"/>
              </a:ext>
            </a:extLst>
          </p:cNvPr>
          <p:cNvSpPr txBox="1"/>
          <p:nvPr/>
        </p:nvSpPr>
        <p:spPr>
          <a:xfrm>
            <a:off x="6108562" y="423211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71D9B17-CCD8-00A5-E5A8-2B02015C58F9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598626" y="2448204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B78A54F-37B8-8BA6-ACD1-7C31DE514269}"/>
              </a:ext>
            </a:extLst>
          </p:cNvPr>
          <p:cNvSpPr txBox="1"/>
          <p:nvPr/>
        </p:nvSpPr>
        <p:spPr>
          <a:xfrm rot="16200000">
            <a:off x="7201454" y="4640850"/>
            <a:ext cx="2456139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F302F04C-236E-66BE-3E2E-EFEA387121D1}"/>
              </a:ext>
            </a:extLst>
          </p:cNvPr>
          <p:cNvSpPr/>
          <p:nvPr/>
        </p:nvSpPr>
        <p:spPr>
          <a:xfrm>
            <a:off x="5053060" y="3610009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B9D2423-1BE8-3DA8-E7EE-2CCCF279F644}"/>
              </a:ext>
            </a:extLst>
          </p:cNvPr>
          <p:cNvSpPr txBox="1"/>
          <p:nvPr/>
        </p:nvSpPr>
        <p:spPr>
          <a:xfrm>
            <a:off x="4840166" y="3835451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B03C694D-2574-2EA8-69DF-C7E3005223EC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2396251" y="3718546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01CA3A1D-618A-6BFE-6C0F-C90C38D5317D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915955" y="3718546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AEEB11BD-F225-CACA-8C7B-62E11FDEB51B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2390795" y="2963191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4DFAAA0-F838-4C41-066F-EB6581B477F6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900586" y="3718546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632DAF-4247-0EA2-AA6E-B1C5A728B6F8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908270" y="3271522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16ED227D-24EE-CCF0-C74C-53483151655B}"/>
              </a:ext>
            </a:extLst>
          </p:cNvPr>
          <p:cNvSpPr txBox="1"/>
          <p:nvPr/>
        </p:nvSpPr>
        <p:spPr>
          <a:xfrm rot="16200000">
            <a:off x="6496828" y="360008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0EFCE3F2-7F9C-FAEA-E994-572E6AF8897C}"/>
              </a:ext>
            </a:extLst>
          </p:cNvPr>
          <p:cNvSpPr txBox="1"/>
          <p:nvPr/>
        </p:nvSpPr>
        <p:spPr>
          <a:xfrm>
            <a:off x="8861605" y="5116875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7556F70-1125-DC53-29F1-8610016855D5}"/>
              </a:ext>
            </a:extLst>
          </p:cNvPr>
          <p:cNvCxnSpPr>
            <a:cxnSpLocks/>
          </p:cNvCxnSpPr>
          <p:nvPr/>
        </p:nvCxnSpPr>
        <p:spPr>
          <a:xfrm>
            <a:off x="4676490" y="2429781"/>
            <a:ext cx="4141757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8419CD0-FF30-A0D7-D356-F82A514B5065}"/>
              </a:ext>
            </a:extLst>
          </p:cNvPr>
          <p:cNvSpPr txBox="1"/>
          <p:nvPr/>
        </p:nvSpPr>
        <p:spPr>
          <a:xfrm>
            <a:off x="8818247" y="2251305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E5AD159-A505-5538-41D9-AC158384A7A6}"/>
              </a:ext>
            </a:extLst>
          </p:cNvPr>
          <p:cNvSpPr txBox="1"/>
          <p:nvPr/>
        </p:nvSpPr>
        <p:spPr>
          <a:xfrm rot="16200000">
            <a:off x="7706995" y="2691299"/>
            <a:ext cx="1442960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127431C-FB27-B875-93E7-4C0F0597ACE0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900586" y="4005402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3E1B398-5067-D0AD-FBEA-8E9A032F9E68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908270" y="3271522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E11FA74B-1D56-9B4B-89DC-A35B31A90134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2396251" y="4447665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0BE19954-C883-8712-7AFF-8308C374083A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676490" y="5270089"/>
            <a:ext cx="4185115" cy="6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26A08931-C4D6-6626-FF7C-FB366B4BC8B4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907471" y="2666804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DD80A651-8745-6F6B-991A-E4B20BD60B9C}"/>
              </a:ext>
            </a:extLst>
          </p:cNvPr>
          <p:cNvSpPr/>
          <p:nvPr/>
        </p:nvSpPr>
        <p:spPr>
          <a:xfrm>
            <a:off x="2201694" y="3520144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B2C1AF6-26E7-72E8-4FE8-DA49BFAF74ED}"/>
              </a:ext>
            </a:extLst>
          </p:cNvPr>
          <p:cNvSpPr txBox="1"/>
          <p:nvPr/>
        </p:nvSpPr>
        <p:spPr>
          <a:xfrm>
            <a:off x="2107489" y="300814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E4C6D30-E24E-F09E-F34E-DAD4B7092D5F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2416847" y="3628681"/>
            <a:ext cx="1315463" cy="103385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0019034-84B4-C413-D999-C34999BE2CD7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2385339" y="3705428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F369DADD-849B-25F0-17DE-3E0C1348D0C7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2416847" y="3194775"/>
            <a:ext cx="1307778" cy="43390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11DDF5D-128A-9AE7-F2C5-0154A4E16728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2390795" y="2963191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6DF60F58-3CBB-D2FC-80EC-62211D925621}"/>
              </a:ext>
            </a:extLst>
          </p:cNvPr>
          <p:cNvCxnSpPr>
            <a:cxnSpLocks/>
            <a:stCxn id="16" idx="5"/>
            <a:endCxn id="33" idx="1"/>
          </p:cNvCxnSpPr>
          <p:nvPr/>
        </p:nvCxnSpPr>
        <p:spPr>
          <a:xfrm>
            <a:off x="2385339" y="3705428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曲線コネクタ 52">
            <a:extLst>
              <a:ext uri="{FF2B5EF4-FFF2-40B4-BE49-F238E27FC236}">
                <a16:creationId xmlns:a16="http://schemas.microsoft.com/office/drawing/2014/main" id="{AACCFBE7-4B36-3BE7-5DAE-F4166815FB25}"/>
              </a:ext>
            </a:extLst>
          </p:cNvPr>
          <p:cNvCxnSpPr>
            <a:cxnSpLocks/>
            <a:stCxn id="55" idx="3"/>
            <a:endCxn id="33" idx="3"/>
          </p:cNvCxnSpPr>
          <p:nvPr/>
        </p:nvCxnSpPr>
        <p:spPr>
          <a:xfrm>
            <a:off x="6800108" y="2448204"/>
            <a:ext cx="12700" cy="2834634"/>
          </a:xfrm>
          <a:prstGeom prst="curved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曲線コネクタ 61">
            <a:extLst>
              <a:ext uri="{FF2B5EF4-FFF2-40B4-BE49-F238E27FC236}">
                <a16:creationId xmlns:a16="http://schemas.microsoft.com/office/drawing/2014/main" id="{FA727F56-F785-A162-1B2E-03A8C4BF2C26}"/>
              </a:ext>
            </a:extLst>
          </p:cNvPr>
          <p:cNvCxnSpPr>
            <a:cxnSpLocks/>
            <a:stCxn id="43" idx="3"/>
            <a:endCxn id="33" idx="3"/>
          </p:cNvCxnSpPr>
          <p:nvPr/>
        </p:nvCxnSpPr>
        <p:spPr>
          <a:xfrm>
            <a:off x="6792424" y="3015131"/>
            <a:ext cx="7684" cy="2267707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曲線コネクタ 69">
            <a:extLst>
              <a:ext uri="{FF2B5EF4-FFF2-40B4-BE49-F238E27FC236}">
                <a16:creationId xmlns:a16="http://schemas.microsoft.com/office/drawing/2014/main" id="{DDD56B24-3AAF-7FA8-0FDE-888276BA4D58}"/>
              </a:ext>
            </a:extLst>
          </p:cNvPr>
          <p:cNvCxnSpPr>
            <a:cxnSpLocks/>
            <a:stCxn id="44" idx="3"/>
            <a:endCxn id="33" idx="3"/>
          </p:cNvCxnSpPr>
          <p:nvPr/>
        </p:nvCxnSpPr>
        <p:spPr>
          <a:xfrm>
            <a:off x="6792424" y="3582058"/>
            <a:ext cx="7684" cy="1700780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曲線コネクタ 73">
            <a:extLst>
              <a:ext uri="{FF2B5EF4-FFF2-40B4-BE49-F238E27FC236}">
                <a16:creationId xmlns:a16="http://schemas.microsoft.com/office/drawing/2014/main" id="{7835A8B5-152E-1099-BD32-5F5CACFF56DE}"/>
              </a:ext>
            </a:extLst>
          </p:cNvPr>
          <p:cNvCxnSpPr>
            <a:cxnSpLocks/>
            <a:stCxn id="45" idx="3"/>
            <a:endCxn id="33" idx="3"/>
          </p:cNvCxnSpPr>
          <p:nvPr/>
        </p:nvCxnSpPr>
        <p:spPr>
          <a:xfrm>
            <a:off x="6792424" y="4148985"/>
            <a:ext cx="7684" cy="1133853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曲線コネクタ 79">
            <a:extLst>
              <a:ext uri="{FF2B5EF4-FFF2-40B4-BE49-F238E27FC236}">
                <a16:creationId xmlns:a16="http://schemas.microsoft.com/office/drawing/2014/main" id="{F1979280-DFD4-A453-8AB0-CFF95756450D}"/>
              </a:ext>
            </a:extLst>
          </p:cNvPr>
          <p:cNvCxnSpPr>
            <a:cxnSpLocks/>
            <a:stCxn id="46" idx="3"/>
            <a:endCxn id="33" idx="3"/>
          </p:cNvCxnSpPr>
          <p:nvPr/>
        </p:nvCxnSpPr>
        <p:spPr>
          <a:xfrm>
            <a:off x="6792424" y="4715912"/>
            <a:ext cx="7684" cy="566926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10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9005-4231-9339-E1E4-EA09DE497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95054A42-1382-E832-DC84-74985F00E03C}"/>
              </a:ext>
            </a:extLst>
          </p:cNvPr>
          <p:cNvSpPr/>
          <p:nvPr/>
        </p:nvSpPr>
        <p:spPr>
          <a:xfrm>
            <a:off x="1623371" y="2224366"/>
            <a:ext cx="6618168" cy="3509211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1B9D105-21B8-5CC3-BE44-E101F4A98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5423EC-8C22-3F31-5FC8-3440D645CF81}"/>
              </a:ext>
            </a:extLst>
          </p:cNvPr>
          <p:cNvSpPr txBox="1"/>
          <p:nvPr/>
        </p:nvSpPr>
        <p:spPr>
          <a:xfrm>
            <a:off x="-1" y="577517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有体物トラッキングシステム・地域課題検索システム・</a:t>
            </a:r>
            <a:r>
              <a:rPr lang="en-US" altLang="ja-JP" dirty="0"/>
              <a:t> </a:t>
            </a:r>
            <a:r>
              <a:rPr lang="ja-JP" altLang="en-US"/>
              <a:t>論文検索システム等を統合する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</a:t>
            </a:r>
            <a:r>
              <a:rPr lang="ja-JP" altLang="en-US"/>
              <a:t>学内で階層的データ管理・データガバナンスを進めるための知識基盤でもある。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52F1380-A9A2-9DF3-E80C-4564CFC60924}"/>
              </a:ext>
            </a:extLst>
          </p:cNvPr>
          <p:cNvSpPr/>
          <p:nvPr/>
        </p:nvSpPr>
        <p:spPr>
          <a:xfrm>
            <a:off x="1713358" y="2377394"/>
            <a:ext cx="2949627" cy="3071465"/>
          </a:xfrm>
          <a:prstGeom prst="rect">
            <a:avLst/>
          </a:prstGeom>
          <a:noFill/>
          <a:ln w="25400">
            <a:solidFill>
              <a:schemeClr val="accent2">
                <a:alpha val="39703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F8F360B-485A-4BF9-37E6-F630628B70DB}"/>
              </a:ext>
            </a:extLst>
          </p:cNvPr>
          <p:cNvSpPr txBox="1"/>
          <p:nvPr/>
        </p:nvSpPr>
        <p:spPr>
          <a:xfrm>
            <a:off x="3807984" y="5824544"/>
            <a:ext cx="392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B56D1605-D178-E6B6-3E4E-C5559C1C6F81}"/>
              </a:ext>
            </a:extLst>
          </p:cNvPr>
          <p:cNvSpPr/>
          <p:nvPr/>
        </p:nvSpPr>
        <p:spPr>
          <a:xfrm>
            <a:off x="3725537" y="462850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D7D576F2-4941-2B37-82BF-EB8AC5E9FB77}"/>
              </a:ext>
            </a:extLst>
          </p:cNvPr>
          <p:cNvSpPr/>
          <p:nvPr/>
        </p:nvSpPr>
        <p:spPr>
          <a:xfrm>
            <a:off x="3717852" y="316074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CAE277-BE22-0176-3A34-A0CAB1F993F6}"/>
              </a:ext>
            </a:extLst>
          </p:cNvPr>
          <p:cNvSpPr txBox="1"/>
          <p:nvPr/>
        </p:nvSpPr>
        <p:spPr>
          <a:xfrm>
            <a:off x="3625363" y="4845574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AB3E9B-FA6C-5ECE-F2F2-D2DCAA85FF75}"/>
              </a:ext>
            </a:extLst>
          </p:cNvPr>
          <p:cNvSpPr txBox="1"/>
          <p:nvPr/>
        </p:nvSpPr>
        <p:spPr>
          <a:xfrm>
            <a:off x="3563891" y="3396060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C0B88294-AD2C-24E0-12F5-4405BDAD7B25}"/>
              </a:ext>
            </a:extLst>
          </p:cNvPr>
          <p:cNvSpPr/>
          <p:nvPr/>
        </p:nvSpPr>
        <p:spPr>
          <a:xfrm>
            <a:off x="2048957" y="5809176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1D321BE-D687-435F-482F-BE872BEF017D}"/>
              </a:ext>
            </a:extLst>
          </p:cNvPr>
          <p:cNvSpPr txBox="1"/>
          <p:nvPr/>
        </p:nvSpPr>
        <p:spPr>
          <a:xfrm>
            <a:off x="2208926" y="57852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ED73A52E-E5A4-7CEC-D664-106FAA636364}"/>
              </a:ext>
            </a:extLst>
          </p:cNvPr>
          <p:cNvSpPr/>
          <p:nvPr/>
        </p:nvSpPr>
        <p:spPr>
          <a:xfrm>
            <a:off x="2200377" y="2852410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C0F0DEB-18FC-7F62-7AF4-A86B67D66279}"/>
              </a:ext>
            </a:extLst>
          </p:cNvPr>
          <p:cNvSpPr txBox="1"/>
          <p:nvPr/>
        </p:nvSpPr>
        <p:spPr>
          <a:xfrm>
            <a:off x="1865939" y="3854270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EC82C575-1DA2-7242-305D-CE3E50EB5226}"/>
              </a:ext>
            </a:extLst>
          </p:cNvPr>
          <p:cNvSpPr/>
          <p:nvPr/>
        </p:nvSpPr>
        <p:spPr>
          <a:xfrm>
            <a:off x="2205833" y="4336884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8296B92-C62A-FD09-D78D-7764AC0B8837}"/>
              </a:ext>
            </a:extLst>
          </p:cNvPr>
          <p:cNvSpPr txBox="1"/>
          <p:nvPr/>
        </p:nvSpPr>
        <p:spPr>
          <a:xfrm>
            <a:off x="2104478" y="455977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2EC618BE-D87C-FD98-E92C-78C3A383B91C}"/>
              </a:ext>
            </a:extLst>
          </p:cNvPr>
          <p:cNvSpPr/>
          <p:nvPr/>
        </p:nvSpPr>
        <p:spPr>
          <a:xfrm>
            <a:off x="3710168" y="389462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6BBD1E0-7E59-9B93-74FE-BF236E767B53}"/>
              </a:ext>
            </a:extLst>
          </p:cNvPr>
          <p:cNvSpPr txBox="1"/>
          <p:nvPr/>
        </p:nvSpPr>
        <p:spPr>
          <a:xfrm>
            <a:off x="3563891" y="4111148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1D7DCE4-8CB3-FE45-2A3C-930A7D916E91}"/>
              </a:ext>
            </a:extLst>
          </p:cNvPr>
          <p:cNvSpPr/>
          <p:nvPr/>
        </p:nvSpPr>
        <p:spPr>
          <a:xfrm>
            <a:off x="2045742" y="609022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0B4305-A4A6-063F-621C-5BA7772FD1EA}"/>
              </a:ext>
            </a:extLst>
          </p:cNvPr>
          <p:cNvSpPr txBox="1"/>
          <p:nvPr/>
        </p:nvSpPr>
        <p:spPr>
          <a:xfrm>
            <a:off x="2550134" y="6066330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302EDB8-461B-D332-B2B7-9A7CADC3CA06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2415530" y="2960947"/>
            <a:ext cx="1294638" cy="1042211"/>
          </a:xfrm>
          <a:prstGeom prst="straightConnector1">
            <a:avLst/>
          </a:prstGeom>
          <a:ln>
            <a:solidFill>
              <a:schemeClr val="accent2">
                <a:alpha val="40173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561CD228-EE72-97A7-0B6F-232793CECB8C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2415530" y="2960947"/>
            <a:ext cx="1310007" cy="1776091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1963FC60-7455-439F-234F-254EF6A9F272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2415530" y="2960947"/>
            <a:ext cx="1302322" cy="308331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D12B729A-AC9D-8577-48A8-6ED593AC3CEE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2420986" y="4445421"/>
            <a:ext cx="1304551" cy="291617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DCEE263D-D221-3DFB-33AD-57295099E7D0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925321" y="4003158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>
                <a:alpha val="39729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A9924729-06BF-6C34-7414-89BC2D1AF063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933005" y="3269278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AD3632F-81EC-2979-1D26-C36FBA1A0991}"/>
              </a:ext>
            </a:extLst>
          </p:cNvPr>
          <p:cNvSpPr txBox="1"/>
          <p:nvPr/>
        </p:nvSpPr>
        <p:spPr>
          <a:xfrm>
            <a:off x="2447136" y="5452910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DE7D004D-6990-5D00-E584-7FA462C56514}"/>
              </a:ext>
            </a:extLst>
          </p:cNvPr>
          <p:cNvSpPr/>
          <p:nvPr/>
        </p:nvSpPr>
        <p:spPr>
          <a:xfrm>
            <a:off x="6240085" y="298109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2E4A1D1A-C7F3-5536-F1A9-370743F8DA04}"/>
              </a:ext>
            </a:extLst>
          </p:cNvPr>
          <p:cNvSpPr/>
          <p:nvPr/>
        </p:nvSpPr>
        <p:spPr>
          <a:xfrm>
            <a:off x="6240085" y="354802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92614D-6C99-65F9-E483-8AFFAFBE9163}"/>
              </a:ext>
            </a:extLst>
          </p:cNvPr>
          <p:cNvSpPr/>
          <p:nvPr/>
        </p:nvSpPr>
        <p:spPr>
          <a:xfrm>
            <a:off x="6240085" y="411495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B8D3700B-5798-763F-F100-342E10ABFFD8}"/>
              </a:ext>
            </a:extLst>
          </p:cNvPr>
          <p:cNvSpPr/>
          <p:nvPr/>
        </p:nvSpPr>
        <p:spPr>
          <a:xfrm>
            <a:off x="6240085" y="468187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0F4FFB7E-C192-55B3-6314-74B1E1DA45F3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591853" y="3793049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0DF3549-828A-2A4F-A256-00A7C43C9721}"/>
              </a:ext>
            </a:extLst>
          </p:cNvPr>
          <p:cNvSpPr txBox="1"/>
          <p:nvPr/>
        </p:nvSpPr>
        <p:spPr>
          <a:xfrm>
            <a:off x="6202447" y="4874120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0B3758A-D1CF-CED4-919A-4D9976EC39E6}"/>
              </a:ext>
            </a:extLst>
          </p:cNvPr>
          <p:cNvSpPr txBox="1"/>
          <p:nvPr/>
        </p:nvSpPr>
        <p:spPr>
          <a:xfrm>
            <a:off x="6157197" y="317723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A05B1CF-7873-2E1D-EAF1-79ABB206A432}"/>
              </a:ext>
            </a:extLst>
          </p:cNvPr>
          <p:cNvSpPr txBox="1"/>
          <p:nvPr/>
        </p:nvSpPr>
        <p:spPr>
          <a:xfrm>
            <a:off x="5966554" y="2612624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4F4FE9E-3B69-C9B9-CE97-3674CC107591}"/>
              </a:ext>
            </a:extLst>
          </p:cNvPr>
          <p:cNvSpPr txBox="1"/>
          <p:nvPr/>
        </p:nvSpPr>
        <p:spPr>
          <a:xfrm>
            <a:off x="5930285" y="3728604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3A155A1-037C-B649-3B82-3F39D53647BF}"/>
              </a:ext>
            </a:extLst>
          </p:cNvPr>
          <p:cNvSpPr/>
          <p:nvPr/>
        </p:nvSpPr>
        <p:spPr>
          <a:xfrm>
            <a:off x="6247769" y="524880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AFF7B36-8FFF-CCB7-0148-5EF02340171D}"/>
              </a:ext>
            </a:extLst>
          </p:cNvPr>
          <p:cNvSpPr txBox="1"/>
          <p:nvPr/>
        </p:nvSpPr>
        <p:spPr>
          <a:xfrm>
            <a:off x="6148730" y="545197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DD29DF84-9AB8-0525-0F97-A3505B35D41A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909182" y="4813785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78239F1-DDF8-321C-4528-2DC938C47D6A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591853" y="3793049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662079C7-C183-6037-8370-388AF8B41591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591853" y="3656561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E0FACB78-1C9D-0191-5BD9-AB4CED585529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591853" y="3089634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D94356-3479-21B9-D493-F68DCC5F2E19}"/>
              </a:ext>
            </a:extLst>
          </p:cNvPr>
          <p:cNvSpPr/>
          <p:nvPr/>
        </p:nvSpPr>
        <p:spPr>
          <a:xfrm>
            <a:off x="6247769" y="2414170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D31EE9E-8391-D571-9F54-0ED6E55C4F4B}"/>
              </a:ext>
            </a:extLst>
          </p:cNvPr>
          <p:cNvSpPr txBox="1"/>
          <p:nvPr/>
        </p:nvSpPr>
        <p:spPr>
          <a:xfrm>
            <a:off x="6101789" y="4306622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DFA28E6-03CD-25E0-EEC3-1BBAA5E9F54B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591853" y="2522707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C74FFDD1-D0DE-4584-78B4-F02BED78858A}"/>
              </a:ext>
            </a:extLst>
          </p:cNvPr>
          <p:cNvSpPr txBox="1"/>
          <p:nvPr/>
        </p:nvSpPr>
        <p:spPr>
          <a:xfrm rot="16200000">
            <a:off x="7284876" y="4432635"/>
            <a:ext cx="2263329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5F88876E-6797-ECCF-E712-F30129D14406}"/>
              </a:ext>
            </a:extLst>
          </p:cNvPr>
          <p:cNvSpPr/>
          <p:nvPr/>
        </p:nvSpPr>
        <p:spPr>
          <a:xfrm>
            <a:off x="5046287" y="368451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6F7D2C07-401C-325F-0C21-FE82D13F142A}"/>
              </a:ext>
            </a:extLst>
          </p:cNvPr>
          <p:cNvSpPr txBox="1"/>
          <p:nvPr/>
        </p:nvSpPr>
        <p:spPr>
          <a:xfrm>
            <a:off x="4833393" y="3909954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ED6C6265-A098-2F32-9E00-6DA55683A045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2389478" y="3793049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B4324383-F2BB-41B6-73B1-5A2F93E3F328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909182" y="3793049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C8216C54-AB85-2C17-BE14-95FE7B5AD5C3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2384022" y="3037694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33370EFA-D949-504D-D0AD-DD8614D396C2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893813" y="3793049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88002BDE-4CA1-7AD5-FEA8-900926411C9F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901497" y="3346025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9109A06E-88EC-3EF0-78FF-507AC7BFF9AF}"/>
              </a:ext>
            </a:extLst>
          </p:cNvPr>
          <p:cNvSpPr txBox="1"/>
          <p:nvPr/>
        </p:nvSpPr>
        <p:spPr>
          <a:xfrm rot="16200000">
            <a:off x="6490055" y="367458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566B24F-D629-30F3-5E96-66B24E06A755}"/>
              </a:ext>
            </a:extLst>
          </p:cNvPr>
          <p:cNvSpPr txBox="1"/>
          <p:nvPr/>
        </p:nvSpPr>
        <p:spPr>
          <a:xfrm>
            <a:off x="8854832" y="5191378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6BC3222-42E3-19FF-723F-F8D4C471F0A2}"/>
              </a:ext>
            </a:extLst>
          </p:cNvPr>
          <p:cNvCxnSpPr>
            <a:cxnSpLocks/>
          </p:cNvCxnSpPr>
          <p:nvPr/>
        </p:nvCxnSpPr>
        <p:spPr>
          <a:xfrm>
            <a:off x="4669717" y="2504284"/>
            <a:ext cx="4141757" cy="0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20825EE-6CA1-EDDE-9C14-E91FB8717488}"/>
              </a:ext>
            </a:extLst>
          </p:cNvPr>
          <p:cNvSpPr txBox="1"/>
          <p:nvPr/>
        </p:nvSpPr>
        <p:spPr>
          <a:xfrm>
            <a:off x="8811474" y="2325808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EA5591-90EA-5D0C-DA01-73BF71A5B3DC}"/>
              </a:ext>
            </a:extLst>
          </p:cNvPr>
          <p:cNvSpPr txBox="1"/>
          <p:nvPr/>
        </p:nvSpPr>
        <p:spPr>
          <a:xfrm rot="16200000">
            <a:off x="7804664" y="2670530"/>
            <a:ext cx="1225670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5A686D82-585C-63CC-F31A-CCE177EF3684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893813" y="4079905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1432928-46E7-E676-C2EA-4FE9EE1E50A3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901497" y="3346025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F6308237-ABE1-76FB-8A39-2040FCAE278C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2389478" y="4522168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1B2A1F37-CE47-118F-6858-D2492051AB43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669717" y="5344592"/>
            <a:ext cx="4185115" cy="675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BF7BE7ED-FBAA-345B-E17F-2BC245484681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900698" y="2741307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52C3509D-1975-1856-D9C5-CA2516F58814}"/>
              </a:ext>
            </a:extLst>
          </p:cNvPr>
          <p:cNvSpPr/>
          <p:nvPr/>
        </p:nvSpPr>
        <p:spPr>
          <a:xfrm>
            <a:off x="2194921" y="3594647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F67C7438-FED7-9FA2-2C2D-83B0FA1EC204}"/>
              </a:ext>
            </a:extLst>
          </p:cNvPr>
          <p:cNvSpPr txBox="1"/>
          <p:nvPr/>
        </p:nvSpPr>
        <p:spPr>
          <a:xfrm>
            <a:off x="2100716" y="308264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05139924-27BA-91D8-5D0D-A66590F9A998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2410074" y="3703184"/>
            <a:ext cx="1315463" cy="1033854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203B54E3-BC05-AB74-A20A-4693AB1DA770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2378566" y="3779931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6E9A681E-78B3-52C1-51F3-264EB13A3408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2410074" y="3269278"/>
            <a:ext cx="1307778" cy="433906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3199BD58-E7F5-940E-1B61-D000608AAB16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2384022" y="3037694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5DCFE634-0732-67B6-9D1E-9CE28583057F}"/>
              </a:ext>
            </a:extLst>
          </p:cNvPr>
          <p:cNvCxnSpPr>
            <a:cxnSpLocks/>
            <a:stCxn id="16" idx="5"/>
            <a:endCxn id="33" idx="1"/>
          </p:cNvCxnSpPr>
          <p:nvPr/>
        </p:nvCxnSpPr>
        <p:spPr>
          <a:xfrm>
            <a:off x="2378566" y="3779931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曲線コネクタ 52">
            <a:extLst>
              <a:ext uri="{FF2B5EF4-FFF2-40B4-BE49-F238E27FC236}">
                <a16:creationId xmlns:a16="http://schemas.microsoft.com/office/drawing/2014/main" id="{215FFF92-90AD-F4F1-CC5E-80DD3CCDD437}"/>
              </a:ext>
            </a:extLst>
          </p:cNvPr>
          <p:cNvCxnSpPr>
            <a:cxnSpLocks/>
            <a:stCxn id="55" idx="3"/>
            <a:endCxn id="33" idx="3"/>
          </p:cNvCxnSpPr>
          <p:nvPr/>
        </p:nvCxnSpPr>
        <p:spPr>
          <a:xfrm>
            <a:off x="6793335" y="2522707"/>
            <a:ext cx="12700" cy="2834634"/>
          </a:xfrm>
          <a:prstGeom prst="curved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曲線コネクタ 61">
            <a:extLst>
              <a:ext uri="{FF2B5EF4-FFF2-40B4-BE49-F238E27FC236}">
                <a16:creationId xmlns:a16="http://schemas.microsoft.com/office/drawing/2014/main" id="{6F9A7081-02FA-525B-2540-FCD6ACD3D9D3}"/>
              </a:ext>
            </a:extLst>
          </p:cNvPr>
          <p:cNvCxnSpPr>
            <a:cxnSpLocks/>
            <a:stCxn id="43" idx="3"/>
            <a:endCxn id="33" idx="3"/>
          </p:cNvCxnSpPr>
          <p:nvPr/>
        </p:nvCxnSpPr>
        <p:spPr>
          <a:xfrm>
            <a:off x="6785651" y="3089634"/>
            <a:ext cx="7684" cy="2267707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曲線コネクタ 69">
            <a:extLst>
              <a:ext uri="{FF2B5EF4-FFF2-40B4-BE49-F238E27FC236}">
                <a16:creationId xmlns:a16="http://schemas.microsoft.com/office/drawing/2014/main" id="{CD5373D2-1B96-A1E3-4BBC-C8E8323D4592}"/>
              </a:ext>
            </a:extLst>
          </p:cNvPr>
          <p:cNvCxnSpPr>
            <a:cxnSpLocks/>
            <a:stCxn id="44" idx="3"/>
            <a:endCxn id="33" idx="3"/>
          </p:cNvCxnSpPr>
          <p:nvPr/>
        </p:nvCxnSpPr>
        <p:spPr>
          <a:xfrm>
            <a:off x="6785651" y="3656561"/>
            <a:ext cx="7684" cy="1700780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曲線コネクタ 73">
            <a:extLst>
              <a:ext uri="{FF2B5EF4-FFF2-40B4-BE49-F238E27FC236}">
                <a16:creationId xmlns:a16="http://schemas.microsoft.com/office/drawing/2014/main" id="{A6CE34B1-B50D-6A5A-24F4-164FFE48052B}"/>
              </a:ext>
            </a:extLst>
          </p:cNvPr>
          <p:cNvCxnSpPr>
            <a:cxnSpLocks/>
            <a:stCxn id="45" idx="3"/>
            <a:endCxn id="33" idx="3"/>
          </p:cNvCxnSpPr>
          <p:nvPr/>
        </p:nvCxnSpPr>
        <p:spPr>
          <a:xfrm>
            <a:off x="6785651" y="4223488"/>
            <a:ext cx="7684" cy="1133853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曲線コネクタ 79">
            <a:extLst>
              <a:ext uri="{FF2B5EF4-FFF2-40B4-BE49-F238E27FC236}">
                <a16:creationId xmlns:a16="http://schemas.microsoft.com/office/drawing/2014/main" id="{26E70205-8263-5C40-D4B2-B49F928ECA94}"/>
              </a:ext>
            </a:extLst>
          </p:cNvPr>
          <p:cNvCxnSpPr>
            <a:cxnSpLocks/>
            <a:stCxn id="46" idx="3"/>
            <a:endCxn id="33" idx="3"/>
          </p:cNvCxnSpPr>
          <p:nvPr/>
        </p:nvCxnSpPr>
        <p:spPr>
          <a:xfrm>
            <a:off x="6785651" y="4790415"/>
            <a:ext cx="7684" cy="566926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06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249</Words>
  <Application>Microsoft Macintosh PowerPoint</Application>
  <PresentationFormat>ワイド画面</PresentationFormat>
  <Paragraphs>58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鹿大知識基盤システム</vt:lpstr>
      <vt:lpstr>鹿大知識基盤システム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22</cp:revision>
  <dcterms:created xsi:type="dcterms:W3CDTF">2026-03-04T23:37:53Z</dcterms:created>
  <dcterms:modified xsi:type="dcterms:W3CDTF">2026-04-02T07:26:13Z</dcterms:modified>
</cp:coreProperties>
</file>