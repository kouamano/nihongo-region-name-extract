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54"/>
    <p:restoredTop sz="94638"/>
  </p:normalViewPr>
  <p:slideViewPr>
    <p:cSldViewPr snapToGrid="0">
      <p:cViewPr varScale="1">
        <p:scale>
          <a:sx n="156" d="100"/>
          <a:sy n="156" d="100"/>
        </p:scale>
        <p:origin x="184"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682462"/>
            <a:ext cx="1047029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96000" y="816415"/>
            <a:ext cx="5395783" cy="2862322"/>
          </a:xfrm>
          <a:prstGeom prst="rect">
            <a:avLst/>
          </a:prstGeom>
          <a:noFill/>
        </p:spPr>
        <p:txBody>
          <a:bodyPr wrap="square" rtlCol="0">
            <a:spAutoFit/>
          </a:bodyPr>
          <a:lstStyle/>
          <a:p>
            <a:r>
              <a:rPr kumimoji="1" lang="ja-JP" altLang="en-US"/>
              <a:t>日本語</a:t>
            </a:r>
            <a:r>
              <a:rPr kumimoji="1" lang="en-US" altLang="ja-JP"/>
              <a:t>NER</a:t>
            </a:r>
            <a:r>
              <a:rPr kumimoji="1" lang="ja-JP" altLang="en-US"/>
              <a:t>に関して</a:t>
            </a:r>
            <a:endParaRPr kumimoji="1" lang="en-US" altLang="ja-JP"/>
          </a:p>
          <a:p>
            <a:pPr marL="285750" indent="-285750">
              <a:buFont typeface="Arial" panose="020B0604020202020204" pitchFamily="34" charset="0"/>
              <a:buChar char="•"/>
            </a:pPr>
            <a:r>
              <a:rPr kumimoji="1" lang="ja-JP" altLang="en-US"/>
              <a:t>形態素解析のみでの解決は難しい</a:t>
            </a:r>
            <a:endParaRPr kumimoji="1" lang="en-US" altLang="ja-JP"/>
          </a:p>
          <a:p>
            <a:pPr marL="742950" lvl="1" indent="-285750">
              <a:buFont typeface="Arial" panose="020B0604020202020204" pitchFamily="34" charset="0"/>
              <a:buChar char="•"/>
            </a:pPr>
            <a:r>
              <a:rPr kumimoji="1" lang="ja-JP" altLang="en-US"/>
              <a:t>（人が見た時に）明らかに人名である場合も地名と認識する場合がかなりある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a:p>
          <a:p>
            <a:endParaRPr lang="en-US" altLang="ja-JP"/>
          </a:p>
          <a:p>
            <a:r>
              <a:rPr lang="en-US" altLang="ja-JP"/>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870569"/>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320172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4255876"/>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1058</TotalTime>
  <Words>3121</Words>
  <Application>Microsoft Macintosh PowerPoint</Application>
  <PresentationFormat>ワイド画面</PresentationFormat>
  <Paragraphs>307</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187</cp:revision>
  <dcterms:created xsi:type="dcterms:W3CDTF">2026-03-04T23:37:53Z</dcterms:created>
  <dcterms:modified xsi:type="dcterms:W3CDTF">2026-05-01T04:41:55Z</dcterms:modified>
</cp:coreProperties>
</file>