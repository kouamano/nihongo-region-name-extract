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96" r:id="rId3"/>
    <p:sldId id="303"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29"/>
    <p:restoredTop sz="94638"/>
  </p:normalViewPr>
  <p:slideViewPr>
    <p:cSldViewPr snapToGrid="0">
      <p:cViewPr varScale="1">
        <p:scale>
          <a:sx n="156" d="100"/>
          <a:sy n="156" d="100"/>
        </p:scale>
        <p:origin x="208"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2026/5/7</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2026/5/7</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306906"/>
            <a:ext cx="1033238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が用いられはじめたのはさらにごく最近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日本語における事例は少ないが、辞書ベース・ルールベースのものが</a:t>
            </a:r>
            <a:r>
              <a:rPr kumimoji="1" lang="en-US" altLang="ja-JP"/>
              <a:t>2000</a:t>
            </a:r>
            <a:r>
              <a:rPr kumimoji="1" lang="ja-JP" altLang="en-US"/>
              <a:t>年頃までは見られる</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175596" cy="369332"/>
          </a:xfrm>
          <a:prstGeom prst="rect">
            <a:avLst/>
          </a:prstGeom>
          <a:noFill/>
        </p:spPr>
        <p:txBody>
          <a:bodyPr wrap="none" rtlCol="0">
            <a:spAutoFit/>
          </a:bodyPr>
          <a:lstStyle/>
          <a:p>
            <a:r>
              <a:rPr kumimoji="1" lang="en-US" altLang="ja-JP" dirty="0"/>
              <a:t>n=1200 </a:t>
            </a:r>
            <a:r>
              <a:rPr kumimoji="1" lang="ja-JP" altLang="en-US" dirty="0"/>
              <a:t>→</a:t>
            </a:r>
            <a:r>
              <a:rPr kumimoji="1" lang="en-US" altLang="ja-JP" dirty="0"/>
              <a: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a:ln w="12700"/>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1029503"/>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189319" y="305644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189319" y="356027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173354" y="3276088"/>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8881916" y="1752778"/>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12509" y="3529499"/>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65300" y="3056446"/>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295105" y="3698776"/>
            <a:ext cx="6917404" cy="15389"/>
          </a:xfrm>
          <a:prstGeom prst="straightConnector1">
            <a:avLst/>
          </a:prstGeom>
          <a:ln w="190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決定された地名について</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485628" y="1095419"/>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155214"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442454"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33408" y="824566"/>
            <a:ext cx="5793112" cy="2585323"/>
          </a:xfrm>
          <a:prstGeom prst="rect">
            <a:avLst/>
          </a:prstGeom>
          <a:noFill/>
        </p:spPr>
        <p:txBody>
          <a:bodyPr wrap="square" rtlCol="0">
            <a:spAutoFit/>
          </a:bodyPr>
          <a:lstStyle/>
          <a:p>
            <a:r>
              <a:rPr kumimoji="1" lang="ja-JP" altLang="en-US"/>
              <a:t>日本語</a:t>
            </a:r>
            <a:r>
              <a:rPr kumimoji="1" lang="en-US" altLang="ja-JP"/>
              <a:t>NER</a:t>
            </a:r>
            <a:r>
              <a:rPr kumimoji="1" lang="ja-JP" altLang="en-US"/>
              <a:t>の</a:t>
            </a:r>
            <a:r>
              <a:rPr kumimoji="1" lang="en-US" altLang="ja-JP"/>
              <a:t>AI</a:t>
            </a:r>
            <a:r>
              <a:rPr kumimoji="1" lang="ja-JP" altLang="en-US"/>
              <a:t>利用に関して</a:t>
            </a:r>
            <a:endParaRPr kumimoji="1" lang="en-US" altLang="ja-JP"/>
          </a:p>
          <a:p>
            <a:pPr marL="285750" indent="-285750">
              <a:buFont typeface="Arial" panose="020B0604020202020204" pitchFamily="34" charset="0"/>
              <a:buChar char="•"/>
            </a:pPr>
            <a:r>
              <a:rPr kumimoji="1" lang="ja-JP" altLang="en-US"/>
              <a:t>形態素解析のみでの解決は難しい場合に対応できる可能性はある</a:t>
            </a:r>
            <a:endParaRPr kumimoji="1" lang="en-US" altLang="ja-JP"/>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a:p>
          <a:p>
            <a:endParaRPr lang="en-US" altLang="ja-JP"/>
          </a:p>
          <a:p>
            <a:r>
              <a:rPr lang="en-US" altLang="ja-JP"/>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701644"/>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286387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3749101"/>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
        <p:nvSpPr>
          <p:cNvPr id="4" name="テキスト ボックス 3">
            <a:extLst>
              <a:ext uri="{FF2B5EF4-FFF2-40B4-BE49-F238E27FC236}">
                <a16:creationId xmlns:a16="http://schemas.microsoft.com/office/drawing/2014/main" id="{2A1EFCD4-D5E0-2B30-16D3-0C40E7A69E9A}"/>
              </a:ext>
            </a:extLst>
          </p:cNvPr>
          <p:cNvSpPr txBox="1"/>
          <p:nvPr/>
        </p:nvSpPr>
        <p:spPr>
          <a:xfrm>
            <a:off x="766119" y="5188328"/>
            <a:ext cx="3896496" cy="923330"/>
          </a:xfrm>
          <a:prstGeom prst="rect">
            <a:avLst/>
          </a:prstGeom>
          <a:noFill/>
          <a:ln w="12700">
            <a:solidFill>
              <a:schemeClr val="tx1"/>
            </a:solidFill>
          </a:ln>
        </p:spPr>
        <p:txBody>
          <a:bodyPr wrap="square" rtlCol="0">
            <a:spAutoFit/>
          </a:bodyPr>
          <a:lstStyle/>
          <a:p>
            <a:r>
              <a:rPr kumimoji="1" lang="ja-JP" altLang="en-US"/>
              <a:t>本研究の方法では</a:t>
            </a:r>
            <a:r>
              <a:rPr kumimoji="1" lang="en-US" altLang="ja-JP"/>
              <a:t>NER</a:t>
            </a:r>
            <a:r>
              <a:rPr kumimoji="1" lang="ja-JP" altLang="en-US"/>
              <a:t>にて抽出されない固有表現のリカバリには対応できない</a:t>
            </a:r>
          </a:p>
        </p:txBody>
      </p:sp>
    </p:spTree>
    <p:extLst>
      <p:ext uri="{BB962C8B-B14F-4D97-AF65-F5344CB8AC3E}">
        <p14:creationId xmlns:p14="http://schemas.microsoft.com/office/powerpoint/2010/main" val="13491351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1109</TotalTime>
  <Words>3132</Words>
  <Application>Microsoft Macintosh PowerPoint</Application>
  <PresentationFormat>ワイド画面</PresentationFormat>
  <Paragraphs>307</Paragraphs>
  <Slides>18</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結果(NERに対する修正の程度)</vt:lpstr>
      <vt:lpstr>結果(決定された地名について)</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199</cp:revision>
  <dcterms:created xsi:type="dcterms:W3CDTF">2026-03-04T23:37:53Z</dcterms:created>
  <dcterms:modified xsi:type="dcterms:W3CDTF">2026-05-06T23:27:19Z</dcterms:modified>
</cp:coreProperties>
</file>