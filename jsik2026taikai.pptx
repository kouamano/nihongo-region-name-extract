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96" r:id="rId3"/>
    <p:sldId id="303"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54"/>
    <p:restoredTop sz="94658"/>
  </p:normalViewPr>
  <p:slideViewPr>
    <p:cSldViewPr snapToGrid="0">
      <p:cViewPr varScale="1">
        <p:scale>
          <a:sx n="120" d="100"/>
          <a:sy n="120" d="100"/>
        </p:scale>
        <p:origin x="84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2026/4/30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2026/4/30</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2026/4/30</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「地名」、「人名」、「固有現象名」等にかかる記述の解析（形態素の特徴量が正しいか・十分か）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地名を人名や組織名と特定する可能性</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下のようなより上位の判定に十分な情報を提供しているか</a:t>
            </a:r>
            <a:endParaRPr lang="en-US" altLang="ja-JP" dirty="0"/>
          </a:p>
          <a:p>
            <a:pPr marL="285750" indent="-285750">
              <a:buFont typeface="Arial" panose="020B0604020202020204" pitchFamily="34" charset="0"/>
              <a:buChar char="•"/>
            </a:pPr>
            <a:r>
              <a:rPr lang="ja-JP" altLang="en-US"/>
              <a:t>特定したい記述にレベル（複合語等）がある</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◾️同一名称の曖昧性（特に地名）の課題</a:t>
            </a:r>
            <a:endParaRPr lang="en-US" altLang="ja-JP"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a:p>
            <a:r>
              <a:rPr lang="en-US" altLang="ja-JP" dirty="0"/>
              <a:t>※</a:t>
            </a:r>
            <a:r>
              <a:rPr lang="ja-JP" altLang="en-US"/>
              <a:t>人名の同姓同名問題は言わずもがな</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3139321"/>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solidFill>
                <a:srgbClr val="333333"/>
              </a:solidFill>
              <a:latin typeface="Hiragino Kaku Gothic ProN"/>
            </a:endParaRPr>
          </a:p>
          <a:p>
            <a:pPr marL="285750" indent="-285750">
              <a:buFont typeface="Arial" panose="020B0604020202020204" pitchFamily="34" charset="0"/>
              <a:buChar char="•"/>
            </a:pPr>
            <a:r>
              <a:rPr lang="en" altLang="ja-JP" dirty="0"/>
              <a:t>A Method for Eliminating Articles by Homonymous Authors from the Large Number of Articles Retrieved by Author Search. 2011.</a:t>
            </a:r>
          </a:p>
          <a:p>
            <a:pPr marL="742950" lvl="1" indent="-285750">
              <a:buFont typeface="Arial" panose="020B0604020202020204" pitchFamily="34" charset="0"/>
              <a:buChar char="•"/>
            </a:pPr>
            <a:r>
              <a:rPr lang="ja-JP" altLang="en-US"/>
              <a:t>地名ではなく人名の同姓同イニシアル問題にアプローチ</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4682462"/>
            <a:ext cx="1047029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86614"/>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74382"/>
            <a:ext cx="1082348" cy="307777"/>
          </a:xfrm>
          <a:prstGeom prst="rect">
            <a:avLst/>
          </a:prstGeom>
          <a:noFill/>
        </p:spPr>
        <p:txBody>
          <a:bodyPr wrap="none" rtlCol="0">
            <a:spAutoFit/>
          </a:bodyPr>
          <a:lstStyle/>
          <a:p>
            <a:r>
              <a:rPr lang="ja-JP" altLang="en-US" sz="1400" b="1"/>
              <a:t>プロンプト</a:t>
            </a:r>
            <a:endParaRPr kumimoji="1" lang="ja-JP" altLang="en-US" sz="14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328703" cy="369332"/>
          </a:xfrm>
          <a:prstGeom prst="rect">
            <a:avLst/>
          </a:prstGeom>
          <a:noFill/>
        </p:spPr>
        <p:txBody>
          <a:bodyPr wrap="none" rtlCol="0">
            <a:spAutoFit/>
          </a:bodyPr>
          <a:lstStyle/>
          <a:p>
            <a:r>
              <a:rPr lang="en-US" altLang="ja-JP" dirty="0"/>
              <a:t>2</a:t>
            </a:r>
            <a:r>
              <a:rPr kumimoji="1" lang="en-US" altLang="ja-JP" dirty="0"/>
              <a:t> AI</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710332"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決定された地名</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708463" y="1103657"/>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367485" y="655921"/>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7099277" y="667606"/>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427823" y="1021002"/>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679215"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427823" y="3266312"/>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7099277" y="2723635"/>
            <a:ext cx="4570482" cy="369332"/>
          </a:xfrm>
          <a:prstGeom prst="rect">
            <a:avLst/>
          </a:prstGeom>
          <a:noFill/>
        </p:spPr>
        <p:txBody>
          <a:bodyPr wrap="none" rtlCol="0">
            <a:spAutoFit/>
          </a:bodyPr>
          <a:lstStyle/>
          <a:p>
            <a:r>
              <a:rPr kumimoji="1" lang="ja-JP" altLang="en-US"/>
              <a:t>地名でないと判定された場合があるターム</a:t>
            </a:r>
          </a:p>
        </p:txBody>
      </p:sp>
      <p:sp>
        <p:nvSpPr>
          <p:cNvPr id="3" name="テキスト ボックス 2">
            <a:extLst>
              <a:ext uri="{FF2B5EF4-FFF2-40B4-BE49-F238E27FC236}">
                <a16:creationId xmlns:a16="http://schemas.microsoft.com/office/drawing/2014/main" id="{1AC3567B-D659-985B-5383-1843046D4AA0}"/>
              </a:ext>
            </a:extLst>
          </p:cNvPr>
          <p:cNvSpPr txBox="1"/>
          <p:nvPr/>
        </p:nvSpPr>
        <p:spPr>
          <a:xfrm>
            <a:off x="7230140" y="5826640"/>
            <a:ext cx="4439619" cy="646331"/>
          </a:xfrm>
          <a:prstGeom prst="rect">
            <a:avLst/>
          </a:prstGeom>
          <a:noFill/>
        </p:spPr>
        <p:txBody>
          <a:bodyPr wrap="square" rtlCol="0">
            <a:spAutoFit/>
          </a:bodyPr>
          <a:lstStyle/>
          <a:p>
            <a:r>
              <a:rPr kumimoji="1" lang="en-US" altLang="ja-JP" dirty="0"/>
              <a:t>※</a:t>
            </a:r>
            <a:r>
              <a:rPr kumimoji="1" lang="ja-JP" altLang="en-US"/>
              <a:t>決定は</a:t>
            </a:r>
            <a:r>
              <a:rPr kumimoji="1" lang="en-US" altLang="ja-JP" dirty="0"/>
              <a:t>2</a:t>
            </a:r>
            <a:r>
              <a:rPr kumimoji="1" lang="ja-JP" altLang="en-US"/>
              <a:t>種の</a:t>
            </a:r>
            <a:r>
              <a:rPr kumimoji="1" lang="en-US" altLang="ja-JP" dirty="0"/>
              <a:t>AI</a:t>
            </a:r>
            <a:r>
              <a:rPr kumimoji="1" lang="ja-JP" altLang="en-US"/>
              <a:t>、</a:t>
            </a:r>
            <a:r>
              <a:rPr kumimoji="1" lang="en-US" altLang="ja-JP" dirty="0"/>
              <a:t>3</a:t>
            </a:r>
            <a:r>
              <a:rPr kumimoji="1" lang="ja-JP" altLang="en-US"/>
              <a:t>名の人による各サイトの多数決</a:t>
            </a:r>
            <a:endParaRPr kumimoji="1" lang="en-US" altLang="ja-JP" dirty="0"/>
          </a:p>
        </p:txBody>
      </p:sp>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96000" y="816415"/>
            <a:ext cx="5395783" cy="2585323"/>
          </a:xfrm>
          <a:prstGeom prst="rect">
            <a:avLst/>
          </a:prstGeom>
          <a:noFill/>
        </p:spPr>
        <p:txBody>
          <a:bodyPr wrap="square" rtlCol="0">
            <a:spAutoFit/>
          </a:bodyPr>
          <a:lstStyle/>
          <a:p>
            <a:r>
              <a:rPr kumimoji="1" lang="ja-JP" altLang="en-US"/>
              <a:t>日本語</a:t>
            </a:r>
            <a:r>
              <a:rPr kumimoji="1" lang="en-US" altLang="ja-JP"/>
              <a:t>NER</a:t>
            </a:r>
            <a:r>
              <a:rPr kumimoji="1" lang="ja-JP" altLang="en-US"/>
              <a:t>に関しては</a:t>
            </a:r>
            <a:endParaRPr kumimoji="1" lang="en-US" altLang="ja-JP"/>
          </a:p>
          <a:p>
            <a:pPr marL="285750" indent="-285750">
              <a:buFont typeface="Arial" panose="020B0604020202020204" pitchFamily="34" charset="0"/>
              <a:buChar char="•"/>
            </a:pPr>
            <a:r>
              <a:rPr kumimoji="1" lang="ja-JP" altLang="en-US"/>
              <a:t>形態素解析のみでの解決は難しい</a:t>
            </a:r>
            <a:endParaRPr kumimoji="1" lang="en-US" altLang="ja-JP"/>
          </a:p>
          <a:p>
            <a:pPr marL="742950" lvl="1" indent="-285750">
              <a:buFont typeface="Arial" panose="020B0604020202020204" pitchFamily="34" charset="0"/>
              <a:buChar char="•"/>
            </a:pPr>
            <a:r>
              <a:rPr kumimoji="1" lang="ja-JP" altLang="en-US"/>
              <a:t>（人が見た時に）明らかに人名である場合も地名と認識する場合がかなりある</a:t>
            </a:r>
            <a:endParaRPr kumimoji="1" lang="en-US" altLang="ja-JP"/>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p>
          <a:p>
            <a:pPr marL="285750" indent="-285750">
              <a:buFont typeface="Arial" panose="020B0604020202020204" pitchFamily="34" charset="0"/>
              <a:buChar char="•"/>
            </a:pPr>
            <a:r>
              <a:rPr kumimoji="1" lang="ja-JP" altLang="en-US"/>
              <a:t>本研究は、</a:t>
            </a:r>
            <a:r>
              <a:rPr kumimoji="1" lang="en-US" altLang="ja-JP"/>
              <a:t>AI</a:t>
            </a:r>
            <a:r>
              <a:rPr kumimoji="1" lang="ja-JP" altLang="en-US"/>
              <a:t>に関しては判定よりも「出力形式」が問題となったケースであった。プロンプトの調整が困難であることを物語っている</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870569"/>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320172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4255876"/>
            <a:ext cx="3896496" cy="923330"/>
          </a:xfrm>
          <a:prstGeom prst="rect">
            <a:avLst/>
          </a:prstGeom>
          <a:noFill/>
          <a:ln w="12700">
            <a:solidFill>
              <a:schemeClr val="tx1"/>
            </a:solidFill>
          </a:ln>
        </p:spPr>
        <p:txBody>
          <a:bodyPr wrap="square" rtlCol="0">
            <a:spAutoFit/>
          </a:bodyPr>
          <a:lstStyle/>
          <a:p>
            <a:r>
              <a:rPr lang="ja-JP" altLang="en-US"/>
              <a:t>指標としての可能性</a:t>
            </a:r>
            <a:endParaRPr lang="en-US" altLang="ja-JP"/>
          </a:p>
          <a:p>
            <a:pPr marL="285750" indent="-285750">
              <a:buFont typeface="Arial" panose="020B0604020202020204" pitchFamily="34" charset="0"/>
              <a:buChar char="•"/>
            </a:pPr>
            <a:r>
              <a:rPr lang="ja-JP" altLang="en-US"/>
              <a:t>精度は低いながらも大学ごとの特徴を捉えているように見える</a:t>
            </a:r>
            <a:endParaRPr lang="en-US" altLang="ja-JP"/>
          </a:p>
        </p:txBody>
      </p:sp>
    </p:spTree>
    <p:extLst>
      <p:ext uri="{BB962C8B-B14F-4D97-AF65-F5344CB8AC3E}">
        <p14:creationId xmlns:p14="http://schemas.microsoft.com/office/powerpoint/2010/main" val="13491351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1004</TotalTime>
  <Words>3095</Words>
  <Application>Microsoft Macintosh PowerPoint</Application>
  <PresentationFormat>ワイド画面</PresentationFormat>
  <Paragraphs>304</Paragraphs>
  <Slides>18</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結果(修正の程度)</vt:lpstr>
      <vt:lpstr>結果(決定された地名)</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170</cp:revision>
  <dcterms:created xsi:type="dcterms:W3CDTF">2026-03-04T23:37:53Z</dcterms:created>
  <dcterms:modified xsi:type="dcterms:W3CDTF">2026-04-30T04:49:53Z</dcterms:modified>
</cp:coreProperties>
</file>