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6" r:id="rId3"/>
    <p:sldId id="303" r:id="rId4"/>
    <p:sldId id="304" r:id="rId5"/>
    <p:sldId id="305" r:id="rId6"/>
    <p:sldId id="306"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307"/>
    <p:restoredTop sz="94638"/>
  </p:normalViewPr>
  <p:slideViewPr>
    <p:cSldViewPr snapToGrid="0">
      <p:cViewPr varScale="1">
        <p:scale>
          <a:sx n="148" d="100"/>
          <a:sy n="148" d="100"/>
        </p:scale>
        <p:origin x="200" y="7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2026/4/20</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2026/4/20</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aclanthology.org/C14-1147.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5078313"/>
          </a:xfrm>
          <a:prstGeom prst="rect">
            <a:avLst/>
          </a:prstGeom>
          <a:noFill/>
        </p:spPr>
        <p:txBody>
          <a:bodyPr wrap="square" rtlCol="0">
            <a:spAutoFit/>
          </a:bodyPr>
          <a:lstStyle/>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「地域」、「個人名」、「固有現象」等にかかる記述の特定（ターム抽出）</a:t>
            </a:r>
            <a:endParaRPr lang="en-US" altLang="ja-JP" dirty="0"/>
          </a:p>
          <a:p>
            <a:pPr marL="285750" indent="-285750">
              <a:buFont typeface="Arial" panose="020B0604020202020204" pitchFamily="34" charset="0"/>
              <a:buChar char="•"/>
            </a:pPr>
            <a:r>
              <a:rPr lang="ja-JP" altLang="en-US"/>
              <a:t>特定された記述の整理</a:t>
            </a:r>
            <a:endParaRPr lang="en-US" altLang="ja-JP" dirty="0"/>
          </a:p>
          <a:p>
            <a:pPr marL="742950" lvl="1" indent="-285750">
              <a:buFont typeface="Arial" panose="020B0604020202020204" pitchFamily="34" charset="0"/>
              <a:buChar char="•"/>
            </a:pPr>
            <a:r>
              <a:rPr lang="ja-JP" altLang="en-US"/>
              <a:t>同一性判定</a:t>
            </a:r>
            <a:endParaRPr lang="en-US" altLang="ja-JP" dirty="0"/>
          </a:p>
          <a:p>
            <a:pPr marL="742950" lvl="1" indent="-285750">
              <a:buFont typeface="Arial" panose="020B0604020202020204" pitchFamily="34" charset="0"/>
              <a:buChar char="•"/>
            </a:pPr>
            <a:r>
              <a:rPr lang="ja-JP" altLang="en-US"/>
              <a:t>クラス付与</a:t>
            </a:r>
            <a:endParaRPr lang="en-US" altLang="ja-JP" dirty="0"/>
          </a:p>
          <a:p>
            <a:endParaRPr lang="en-US" altLang="ja-JP" dirty="0"/>
          </a:p>
          <a:p>
            <a:r>
              <a:rPr lang="ja-JP" altLang="en-US" b="1"/>
              <a:t>◾️特に「地域名称」（地名）関係の課題</a:t>
            </a:r>
            <a:endParaRPr lang="en-US" altLang="ja-JP" b="1" dirty="0"/>
          </a:p>
          <a:p>
            <a:r>
              <a:rPr lang="ja-JP" altLang="en-US" b="1"/>
              <a:t>▪️名称そのもの</a:t>
            </a:r>
            <a:endParaRPr lang="en-US" altLang="ja-JP" b="1" dirty="0"/>
          </a:p>
          <a:p>
            <a:pPr marL="285750" indent="-285750">
              <a:buFont typeface="Arial" panose="020B0604020202020204" pitchFamily="34" charset="0"/>
              <a:buChar char="•"/>
            </a:pPr>
            <a:r>
              <a:rPr lang="ja-JP" altLang="en-US"/>
              <a:t>複数の同一の地名（ただし地理的な場所が異なる）</a:t>
            </a:r>
            <a:endParaRPr lang="en-US" altLang="ja-JP" dirty="0"/>
          </a:p>
          <a:p>
            <a:pPr marL="285750" indent="-285750">
              <a:buFont typeface="Arial" panose="020B0604020202020204" pitchFamily="34" charset="0"/>
              <a:buChar char="•"/>
            </a:pPr>
            <a:r>
              <a:rPr lang="ja-JP" altLang="en-US"/>
              <a:t>複合名詞の一部としての地名</a:t>
            </a:r>
            <a:endParaRPr lang="en-US" altLang="ja-JP" dirty="0"/>
          </a:p>
          <a:p>
            <a:pPr marL="285750" indent="-285750">
              <a:buFont typeface="Arial" panose="020B0604020202020204" pitchFamily="34" charset="0"/>
              <a:buChar char="•"/>
            </a:pPr>
            <a:r>
              <a:rPr lang="ja-JP" altLang="en-US"/>
              <a:t>そもそも地名なのか</a:t>
            </a:r>
            <a:endParaRPr lang="en-US" altLang="ja-JP" dirty="0"/>
          </a:p>
          <a:p>
            <a:endParaRPr lang="en-US" altLang="ja-JP" dirty="0"/>
          </a:p>
          <a:p>
            <a:r>
              <a:rPr lang="ja-JP" altLang="en-US" b="1"/>
              <a:t>▪️名称の関係性</a:t>
            </a:r>
            <a:endParaRPr lang="en-US" altLang="ja-JP" b="1" dirty="0"/>
          </a:p>
          <a:p>
            <a:pPr marL="285750" indent="-285750">
              <a:buFont typeface="Arial" panose="020B0604020202020204" pitchFamily="34" charset="0"/>
              <a:buChar char="•"/>
            </a:pPr>
            <a:r>
              <a:rPr lang="ja-JP" altLang="en-US"/>
              <a:t>名称としての関係性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endParaRPr lang="en-US" altLang="ja-JP" dirty="0"/>
          </a:p>
          <a:p>
            <a:r>
              <a:rPr lang="ja-JP" altLang="en-US" b="1"/>
              <a:t>◾️本発表では</a:t>
            </a:r>
            <a:endParaRPr lang="en-US" altLang="ja-JP" b="1" dirty="0"/>
          </a:p>
          <a:p>
            <a:pPr marL="285750" indent="-285750">
              <a:buFont typeface="Arial" panose="020B0604020202020204" pitchFamily="34" charset="0"/>
              <a:buChar char="•"/>
            </a:pPr>
            <a:r>
              <a:rPr lang="ja-JP" altLang="en-US"/>
              <a:t>文書からの「地名の抽出」に着目する</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577517"/>
            <a:ext cx="12192000" cy="1754326"/>
          </a:xfrm>
          <a:prstGeom prst="rect">
            <a:avLst/>
          </a:prstGeom>
          <a:noFill/>
        </p:spPr>
        <p:txBody>
          <a:bodyPr wrap="square" rtlCol="0">
            <a:spAutoFit/>
          </a:bodyPr>
          <a:lstStyle/>
          <a:p>
            <a:r>
              <a:rPr lang="ja-JP" altLang="en-US" b="1"/>
              <a:t>◾️文書からの地名に抽出に関して、技術的な課題を検討する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先行研究</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3970318"/>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3"/>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p:txBody>
      </p:sp>
      <p:sp>
        <p:nvSpPr>
          <p:cNvPr id="3" name="テキスト ボックス 2">
            <a:extLst>
              <a:ext uri="{FF2B5EF4-FFF2-40B4-BE49-F238E27FC236}">
                <a16:creationId xmlns:a16="http://schemas.microsoft.com/office/drawing/2014/main" id="{AACCC8C1-61CC-DBD3-10A4-7D171D5FF268}"/>
              </a:ext>
            </a:extLst>
          </p:cNvPr>
          <p:cNvSpPr txBox="1"/>
          <p:nvPr/>
        </p:nvSpPr>
        <p:spPr>
          <a:xfrm>
            <a:off x="0" y="4803155"/>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a:t>
            </a:r>
            <a:endParaRPr kumimoji="1" lang="en-US" altLang="ja-JP" dirty="0"/>
          </a:p>
        </p:txBody>
      </p:sp>
    </p:spTree>
    <p:extLst>
      <p:ext uri="{BB962C8B-B14F-4D97-AF65-F5344CB8AC3E}">
        <p14:creationId xmlns:p14="http://schemas.microsoft.com/office/powerpoint/2010/main" val="251361694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406</TotalTime>
  <Words>789</Words>
  <Application>Microsoft Macintosh PowerPoint</Application>
  <PresentationFormat>ワイド画面</PresentationFormat>
  <Paragraphs>96</Paragraphs>
  <Slides>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6</vt:i4>
      </vt:variant>
    </vt:vector>
  </HeadingPairs>
  <TitlesOfParts>
    <vt:vector size="11" baseType="lpstr">
      <vt:lpstr>游ゴシック</vt:lpstr>
      <vt:lpstr>游ゴシック Light</vt:lpstr>
      <vt:lpstr>Arial</vt:lpstr>
      <vt:lpstr>Wingdings</vt:lpstr>
      <vt:lpstr>Office テーマ</vt:lpstr>
      <vt:lpstr>PowerPoint プレゼンテーション</vt:lpstr>
      <vt:lpstr>背景（1）</vt:lpstr>
      <vt:lpstr>背景（2）</vt:lpstr>
      <vt:lpstr>背景（3）</vt:lpstr>
      <vt:lpstr>目的</vt:lpstr>
      <vt:lpstr>先行研究</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55</cp:revision>
  <dcterms:created xsi:type="dcterms:W3CDTF">2026-03-04T23:37:53Z</dcterms:created>
  <dcterms:modified xsi:type="dcterms:W3CDTF">2026-04-20T09:24:15Z</dcterms:modified>
</cp:coreProperties>
</file>